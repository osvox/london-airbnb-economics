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8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78efbf215c4178" /><Relationship Type="http://schemas.openxmlformats.org/officeDocument/2006/relationships/extended-properties" Target="/docProps/app.xml" Id="R199546b8965741e9" /><Relationship Type="http://schemas.openxmlformats.org/officeDocument/2006/relationships/officeDocument" Target="/ppt/presentation.xml" Id="R6427d5472e3a4f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6a271fac904f36"/>
  </p:sldMasterIdLst>
  <p:notesMasterIdLst>
    <p:notesMasterId xmlns:r="http://schemas.openxmlformats.org/officeDocument/2006/relationships" r:id="Ref3f9f3b04324975"/>
  </p:notesMasterIdLst>
  <p:sldIdLst>
    <p:sldId xmlns:r="http://schemas.openxmlformats.org/officeDocument/2006/relationships" id="256" r:id="R45ee33a0c52d46c5"/>
    <p:sldId xmlns:r="http://schemas.openxmlformats.org/officeDocument/2006/relationships" id="257" r:id="Rcc94b4d4de114eb4"/>
    <p:sldId xmlns:r="http://schemas.openxmlformats.org/officeDocument/2006/relationships" id="258" r:id="Rafd42987395f4337"/>
    <p:sldId xmlns:r="http://schemas.openxmlformats.org/officeDocument/2006/relationships" id="259" r:id="R5ff9693176b24bdb"/>
    <p:sldId xmlns:r="http://schemas.openxmlformats.org/officeDocument/2006/relationships" id="260" r:id="Rd09bafb80d464b44"/>
    <p:sldId xmlns:r="http://schemas.openxmlformats.org/officeDocument/2006/relationships" id="261" r:id="Rb2b0fe723ba4480d"/>
    <p:sldId xmlns:r="http://schemas.openxmlformats.org/officeDocument/2006/relationships" id="262" r:id="Ra8762275dcc04d62"/>
    <p:sldId xmlns:r="http://schemas.openxmlformats.org/officeDocument/2006/relationships" id="263" r:id="R86a1ea7468814248"/>
    <p:sldId xmlns:r="http://schemas.openxmlformats.org/officeDocument/2006/relationships" id="264" r:id="R6766585384964e1d"/>
    <p:sldId xmlns:r="http://schemas.openxmlformats.org/officeDocument/2006/relationships" id="265" r:id="Rd9c823b0d3ea49d0"/>
    <p:sldId xmlns:r="http://schemas.openxmlformats.org/officeDocument/2006/relationships" id="266" r:id="R08b1c6ff0ffc4614"/>
    <p:sldId xmlns:r="http://schemas.openxmlformats.org/officeDocument/2006/relationships" id="267" r:id="R8dc333d82473499d"/>
    <p:sldId xmlns:r="http://schemas.openxmlformats.org/officeDocument/2006/relationships" id="268" r:id="Rcaf4a30cc7e94d83"/>
    <p:sldId xmlns:r="http://schemas.openxmlformats.org/officeDocument/2006/relationships" id="269" r:id="R18fac4ffffd94f6e"/>
    <p:sldId xmlns:r="http://schemas.openxmlformats.org/officeDocument/2006/relationships" id="270" r:id="R19235436bceb4c4a"/>
    <p:sldId xmlns:r="http://schemas.openxmlformats.org/officeDocument/2006/relationships" id="271" r:id="Raba23a7c0cf84fe6"/>
    <p:sldId xmlns:r="http://schemas.openxmlformats.org/officeDocument/2006/relationships" id="272" r:id="R0fe454ee874e4280"/>
    <p:sldId xmlns:r="http://schemas.openxmlformats.org/officeDocument/2006/relationships" id="273" r:id="Reed2f8fa3a7e4ce4"/>
    <p:sldId xmlns:r="http://schemas.openxmlformats.org/officeDocument/2006/relationships" id="274" r:id="R20846fae8a064acc"/>
    <p:sldId xmlns:r="http://schemas.openxmlformats.org/officeDocument/2006/relationships" id="275" r:id="Rf7dc98ddffdb4e9c"/>
    <p:sldId xmlns:r="http://schemas.openxmlformats.org/officeDocument/2006/relationships" id="276" r:id="Rac9658a5fee74b9c"/>
    <p:sldId xmlns:r="http://schemas.openxmlformats.org/officeDocument/2006/relationships" id="277" r:id="R2c99f68dbfae405c"/>
    <p:sldId xmlns:r="http://schemas.openxmlformats.org/officeDocument/2006/relationships" id="278" r:id="R3b2586acdcc2471f"/>
    <p:sldId xmlns:r="http://schemas.openxmlformats.org/officeDocument/2006/relationships" id="279" r:id="Raa1c4b061e094ae7"/>
    <p:sldId xmlns:r="http://schemas.openxmlformats.org/officeDocument/2006/relationships" id="280" r:id="R5cacd9d025a3425f"/>
    <p:sldId xmlns:r="http://schemas.openxmlformats.org/officeDocument/2006/relationships" id="281" r:id="Rb6057c2478444db4"/>
    <p:sldId xmlns:r="http://schemas.openxmlformats.org/officeDocument/2006/relationships" id="282" r:id="R933bc1cc88c04974"/>
    <p:sldId xmlns:r="http://schemas.openxmlformats.org/officeDocument/2006/relationships" id="283" r:id="Rf4e8b1c99da04a3b"/>
    <p:sldId xmlns:r="http://schemas.openxmlformats.org/officeDocument/2006/relationships" id="284" r:id="Rdc2b582644ca4350"/>
    <p:sldId xmlns:r="http://schemas.openxmlformats.org/officeDocument/2006/relationships" id="285" r:id="Re03ec98f70c04218"/>
    <p:sldId xmlns:r="http://schemas.openxmlformats.org/officeDocument/2006/relationships" id="286" r:id="R157fceab2d0e450d"/>
    <p:sldId xmlns:r="http://schemas.openxmlformats.org/officeDocument/2006/relationships" id="287" r:id="R1e331d31651f4286"/>
    <p:sldId xmlns:r="http://schemas.openxmlformats.org/officeDocument/2006/relationships" id="288" r:id="Re2376723452b4a6f"/>
    <p:sldId xmlns:r="http://schemas.openxmlformats.org/officeDocument/2006/relationships" id="289" r:id="R35944d328b9d4239"/>
    <p:sldId xmlns:r="http://schemas.openxmlformats.org/officeDocument/2006/relationships" id="290" r:id="R8d878c9da6224fcd"/>
    <p:sldId xmlns:r="http://schemas.openxmlformats.org/officeDocument/2006/relationships" id="291" r:id="Re242fbc688404a21"/>
    <p:sldId xmlns:r="http://schemas.openxmlformats.org/officeDocument/2006/relationships" id="292" r:id="Rfb30911d0f704135"/>
    <p:sldId xmlns:r="http://schemas.openxmlformats.org/officeDocument/2006/relationships" id="293" r:id="Rf569a7be77c3405d"/>
    <p:sldId xmlns:r="http://schemas.openxmlformats.org/officeDocument/2006/relationships" id="294" r:id="Rc3e4bccb2ce140ad"/>
    <p:sldId xmlns:r="http://schemas.openxmlformats.org/officeDocument/2006/relationships" id="295" r:id="Re48cd23ae3b34097"/>
    <p:sldId xmlns:r="http://schemas.openxmlformats.org/officeDocument/2006/relationships" id="296" r:id="R2f3040d677f54904"/>
    <p:sldId xmlns:r="http://schemas.openxmlformats.org/officeDocument/2006/relationships" id="297" r:id="R15275c3395164660"/>
    <p:sldId xmlns:r="http://schemas.openxmlformats.org/officeDocument/2006/relationships" id="298" r:id="R12ee4872a36d48fb"/>
    <p:sldId xmlns:r="http://schemas.openxmlformats.org/officeDocument/2006/relationships" id="299" r:id="R65bf56bac98a422a"/>
    <p:sldId xmlns:r="http://schemas.openxmlformats.org/officeDocument/2006/relationships" id="300" r:id="R3158ea2e6c1d471b"/>
    <p:sldId xmlns:r="http://schemas.openxmlformats.org/officeDocument/2006/relationships" id="301" r:id="Rc7710025a80b4bbb"/>
    <p:sldId xmlns:r="http://schemas.openxmlformats.org/officeDocument/2006/relationships" id="302" r:id="Rbf2db61cc7f941a0"/>
    <p:sldId xmlns:r="http://schemas.openxmlformats.org/officeDocument/2006/relationships" id="303" r:id="R6d390ced36304051"/>
    <p:sldId xmlns:r="http://schemas.openxmlformats.org/officeDocument/2006/relationships" id="304" r:id="Rb404d1421ff34e4b"/>
    <p:sldId xmlns:r="http://schemas.openxmlformats.org/officeDocument/2006/relationships" id="305" r:id="R7a1baceb381f49c5"/>
    <p:sldId xmlns:r="http://schemas.openxmlformats.org/officeDocument/2006/relationships" id="306" r:id="R824f05a5f2624473"/>
    <p:sldId xmlns:r="http://schemas.openxmlformats.org/officeDocument/2006/relationships" id="307" r:id="Rcd0a8303482d4959"/>
    <p:sldId xmlns:r="http://schemas.openxmlformats.org/officeDocument/2006/relationships" id="308" r:id="R0c844df0643f4a53"/>
    <p:sldId xmlns:r="http://schemas.openxmlformats.org/officeDocument/2006/relationships" id="309" r:id="Rb185264335bf4c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01fca05d042e8" /><Relationship Type="http://schemas.openxmlformats.org/officeDocument/2006/relationships/slideMaster" Target="/ppt/slideMasters/slideMaster1.xml" Id="R546a271fac904f36" /><Relationship Type="http://schemas.openxmlformats.org/officeDocument/2006/relationships/notesMaster" Target="/ppt/notesMasters/notesMaster1.xml" Id="Ref3f9f3b04324975" /><Relationship Type="http://schemas.openxmlformats.org/officeDocument/2006/relationships/presProps" Target="/ppt/presProps.xml" Id="R05eee996bae046dc" /><Relationship Type="http://schemas.openxmlformats.org/officeDocument/2006/relationships/tableStyles" Target="/ppt/tableStyles.xml" Id="R6f5f7bf410c44a90" /><Relationship Type="http://schemas.openxmlformats.org/officeDocument/2006/relationships/slide" Target="/ppt/slides/slide1.xml" Id="R45ee33a0c52d46c5" /><Relationship Type="http://schemas.openxmlformats.org/officeDocument/2006/relationships/slide" Target="/ppt/slides/slide2.xml" Id="Rcc94b4d4de114eb4" /><Relationship Type="http://schemas.openxmlformats.org/officeDocument/2006/relationships/slide" Target="/ppt/slides/slide3.xml" Id="Rafd42987395f4337" /><Relationship Type="http://schemas.openxmlformats.org/officeDocument/2006/relationships/slide" Target="/ppt/slides/slide4.xml" Id="R5ff9693176b24bdb" /><Relationship Type="http://schemas.openxmlformats.org/officeDocument/2006/relationships/slide" Target="/ppt/slides/slide5.xml" Id="Rd09bafb80d464b44" /><Relationship Type="http://schemas.openxmlformats.org/officeDocument/2006/relationships/slide" Target="/ppt/slides/slide6.xml" Id="Rb2b0fe723ba4480d" /><Relationship Type="http://schemas.openxmlformats.org/officeDocument/2006/relationships/slide" Target="/ppt/slides/slide7.xml" Id="Ra8762275dcc04d62" /><Relationship Type="http://schemas.openxmlformats.org/officeDocument/2006/relationships/slide" Target="/ppt/slides/slide8.xml" Id="R86a1ea7468814248" /><Relationship Type="http://schemas.openxmlformats.org/officeDocument/2006/relationships/slide" Target="/ppt/slides/slide9.xml" Id="R6766585384964e1d" /><Relationship Type="http://schemas.openxmlformats.org/officeDocument/2006/relationships/slide" Target="/ppt/slides/slide10.xml" Id="Rd9c823b0d3ea49d0" /><Relationship Type="http://schemas.openxmlformats.org/officeDocument/2006/relationships/slide" Target="/ppt/slides/slide11.xml" Id="R08b1c6ff0ffc4614" /><Relationship Type="http://schemas.openxmlformats.org/officeDocument/2006/relationships/slide" Target="/ppt/slides/slide12.xml" Id="R8dc333d82473499d" /><Relationship Type="http://schemas.openxmlformats.org/officeDocument/2006/relationships/slide" Target="/ppt/slides/slide13.xml" Id="Rcaf4a30cc7e94d83" /><Relationship Type="http://schemas.openxmlformats.org/officeDocument/2006/relationships/slide" Target="/ppt/slides/slide14.xml" Id="R18fac4ffffd94f6e" /><Relationship Type="http://schemas.openxmlformats.org/officeDocument/2006/relationships/slide" Target="/ppt/slides/slide15.xml" Id="R19235436bceb4c4a" /><Relationship Type="http://schemas.openxmlformats.org/officeDocument/2006/relationships/slide" Target="/ppt/slides/slide16.xml" Id="Raba23a7c0cf84fe6" /><Relationship Type="http://schemas.openxmlformats.org/officeDocument/2006/relationships/slide" Target="/ppt/slides/slide17.xml" Id="R0fe454ee874e4280" /><Relationship Type="http://schemas.openxmlformats.org/officeDocument/2006/relationships/slide" Target="/ppt/slides/slide18.xml" Id="Reed2f8fa3a7e4ce4" /><Relationship Type="http://schemas.openxmlformats.org/officeDocument/2006/relationships/slide" Target="/ppt/slides/slide19.xml" Id="R20846fae8a064acc" /><Relationship Type="http://schemas.openxmlformats.org/officeDocument/2006/relationships/slide" Target="/ppt/slides/slide20.xml" Id="Rf7dc98ddffdb4e9c" /><Relationship Type="http://schemas.openxmlformats.org/officeDocument/2006/relationships/slide" Target="/ppt/slides/slide21.xml" Id="Rac9658a5fee74b9c" /><Relationship Type="http://schemas.openxmlformats.org/officeDocument/2006/relationships/slide" Target="/ppt/slides/slide22.xml" Id="R2c99f68dbfae405c" /><Relationship Type="http://schemas.openxmlformats.org/officeDocument/2006/relationships/slide" Target="/ppt/slides/slide23.xml" Id="R3b2586acdcc2471f" /><Relationship Type="http://schemas.openxmlformats.org/officeDocument/2006/relationships/slide" Target="/ppt/slides/slide24.xml" Id="Raa1c4b061e094ae7" /><Relationship Type="http://schemas.openxmlformats.org/officeDocument/2006/relationships/slide" Target="/ppt/slides/slide25.xml" Id="R5cacd9d025a3425f" /><Relationship Type="http://schemas.openxmlformats.org/officeDocument/2006/relationships/slide" Target="/ppt/slides/slide26.xml" Id="Rb6057c2478444db4" /><Relationship Type="http://schemas.openxmlformats.org/officeDocument/2006/relationships/slide" Target="/ppt/slides/slide27.xml" Id="R933bc1cc88c04974" /><Relationship Type="http://schemas.openxmlformats.org/officeDocument/2006/relationships/slide" Target="/ppt/slides/slide28.xml" Id="Rf4e8b1c99da04a3b" /><Relationship Type="http://schemas.openxmlformats.org/officeDocument/2006/relationships/slide" Target="/ppt/slides/slide29.xml" Id="Rdc2b582644ca4350" /><Relationship Type="http://schemas.openxmlformats.org/officeDocument/2006/relationships/slide" Target="/ppt/slides/slide30.xml" Id="Re03ec98f70c04218" /><Relationship Type="http://schemas.openxmlformats.org/officeDocument/2006/relationships/slide" Target="/ppt/slides/slide31.xml" Id="R157fceab2d0e450d" /><Relationship Type="http://schemas.openxmlformats.org/officeDocument/2006/relationships/slide" Target="/ppt/slides/slide32.xml" Id="R1e331d31651f4286" /><Relationship Type="http://schemas.openxmlformats.org/officeDocument/2006/relationships/slide" Target="/ppt/slides/slide33.xml" Id="Re2376723452b4a6f" /><Relationship Type="http://schemas.openxmlformats.org/officeDocument/2006/relationships/slide" Target="/ppt/slides/slide34.xml" Id="R35944d328b9d4239" /><Relationship Type="http://schemas.openxmlformats.org/officeDocument/2006/relationships/slide" Target="/ppt/slides/slide35.xml" Id="R8d878c9da6224fcd" /><Relationship Type="http://schemas.openxmlformats.org/officeDocument/2006/relationships/slide" Target="/ppt/slides/slide36.xml" Id="Re242fbc688404a21" /><Relationship Type="http://schemas.openxmlformats.org/officeDocument/2006/relationships/slide" Target="/ppt/slides/slide37.xml" Id="Rfb30911d0f704135" /><Relationship Type="http://schemas.openxmlformats.org/officeDocument/2006/relationships/slide" Target="/ppt/slides/slide38.xml" Id="Rf569a7be77c3405d" /><Relationship Type="http://schemas.openxmlformats.org/officeDocument/2006/relationships/slide" Target="/ppt/slides/slide39.xml" Id="Rc3e4bccb2ce140ad" /><Relationship Type="http://schemas.openxmlformats.org/officeDocument/2006/relationships/slide" Target="/ppt/slides/slide40.xml" Id="Re48cd23ae3b34097" /><Relationship Type="http://schemas.openxmlformats.org/officeDocument/2006/relationships/slide" Target="/ppt/slides/slide41.xml" Id="R2f3040d677f54904" /><Relationship Type="http://schemas.openxmlformats.org/officeDocument/2006/relationships/slide" Target="/ppt/slides/slide42.xml" Id="R15275c3395164660" /><Relationship Type="http://schemas.openxmlformats.org/officeDocument/2006/relationships/slide" Target="/ppt/slides/slide43.xml" Id="R12ee4872a36d48fb" /><Relationship Type="http://schemas.openxmlformats.org/officeDocument/2006/relationships/slide" Target="/ppt/slides/slide44.xml" Id="R65bf56bac98a422a" /><Relationship Type="http://schemas.openxmlformats.org/officeDocument/2006/relationships/slide" Target="/ppt/slides/slide45.xml" Id="R3158ea2e6c1d471b" /><Relationship Type="http://schemas.openxmlformats.org/officeDocument/2006/relationships/slide" Target="/ppt/slides/slide46.xml" Id="Rc7710025a80b4bbb" /><Relationship Type="http://schemas.openxmlformats.org/officeDocument/2006/relationships/slide" Target="/ppt/slides/slide47.xml" Id="Rbf2db61cc7f941a0" /><Relationship Type="http://schemas.openxmlformats.org/officeDocument/2006/relationships/slide" Target="/ppt/slides/slide48.xml" Id="R6d390ced36304051" /><Relationship Type="http://schemas.openxmlformats.org/officeDocument/2006/relationships/slide" Target="/ppt/slides/slide49.xml" Id="Rb404d1421ff34e4b" /><Relationship Type="http://schemas.openxmlformats.org/officeDocument/2006/relationships/slide" Target="/ppt/slides/slide50.xml" Id="R7a1baceb381f49c5" /><Relationship Type="http://schemas.openxmlformats.org/officeDocument/2006/relationships/slide" Target="/ppt/slides/slide51.xml" Id="R824f05a5f2624473" /><Relationship Type="http://schemas.openxmlformats.org/officeDocument/2006/relationships/slide" Target="/ppt/slides/slide52.xml" Id="Rcd0a8303482d4959" /><Relationship Type="http://schemas.openxmlformats.org/officeDocument/2006/relationships/slide" Target="/ppt/slides/slide53.xml" Id="R0c844df0643f4a53" /><Relationship Type="http://schemas.openxmlformats.org/officeDocument/2006/relationships/slide" Target="/ppt/slides/slide54.xml" Id="Rb185264335bf4c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112b66f8a745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4e316904134a64" /><Relationship Type="http://schemas.openxmlformats.org/officeDocument/2006/relationships/notesMaster" Target="/ppt/notesMasters/notesMaster1.xml" Id="Rd79be5f6831d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d921cac224f93" /><Relationship Type="http://schemas.openxmlformats.org/officeDocument/2006/relationships/notesMaster" Target="/ppt/notesMasters/notesMaster1.xml" Id="R77091cea052941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3d74460902423b" /><Relationship Type="http://schemas.openxmlformats.org/officeDocument/2006/relationships/notesMaster" Target="/ppt/notesMasters/notesMaster1.xml" Id="R348df30629dd4a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e487c5c2445c7" /><Relationship Type="http://schemas.openxmlformats.org/officeDocument/2006/relationships/notesMaster" Target="/ppt/notesMasters/notesMaster1.xml" Id="R36274c1589864a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fa0e9eeed4f3e" /><Relationship Type="http://schemas.openxmlformats.org/officeDocument/2006/relationships/notesMaster" Target="/ppt/notesMasters/notesMaster1.xml" Id="R9deddce9a04948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360a0748644b4e" /><Relationship Type="http://schemas.openxmlformats.org/officeDocument/2006/relationships/notesMaster" Target="/ppt/notesMasters/notesMaster1.xml" Id="R948b86fc0fa4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87043f721242a3" /><Relationship Type="http://schemas.openxmlformats.org/officeDocument/2006/relationships/notesMaster" Target="/ppt/notesMasters/notesMaster1.xml" Id="R0382dff5142144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ede616076f4881" /><Relationship Type="http://schemas.openxmlformats.org/officeDocument/2006/relationships/notesMaster" Target="/ppt/notesMasters/notesMaster1.xml" Id="R382dd765cf1042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d20c0538d4a7f" /><Relationship Type="http://schemas.openxmlformats.org/officeDocument/2006/relationships/notesMaster" Target="/ppt/notesMasters/notesMaster1.xml" Id="R91d2afe1084d45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af44017a9e4cd1" /><Relationship Type="http://schemas.openxmlformats.org/officeDocument/2006/relationships/notesMaster" Target="/ppt/notesMasters/notesMaster1.xml" Id="Reef6fe1dd60d44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18c8bfd5d74889" /><Relationship Type="http://schemas.openxmlformats.org/officeDocument/2006/relationships/notesMaster" Target="/ppt/notesMasters/notesMaster1.xml" Id="R2cdf08b7cc6749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03c9d13af04ae4" /><Relationship Type="http://schemas.openxmlformats.org/officeDocument/2006/relationships/notesMaster" Target="/ppt/notesMasters/notesMaster1.xml" Id="R68691aa791a242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b784f325b6441c" /><Relationship Type="http://schemas.openxmlformats.org/officeDocument/2006/relationships/notesMaster" Target="/ppt/notesMasters/notesMaster1.xml" Id="R0e212313c4994a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bed28c9e79418a" /><Relationship Type="http://schemas.openxmlformats.org/officeDocument/2006/relationships/notesMaster" Target="/ppt/notesMasters/notesMaster1.xml" Id="Rcf61874040ad4c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a677acb9f84277" /><Relationship Type="http://schemas.openxmlformats.org/officeDocument/2006/relationships/notesMaster" Target="/ppt/notesMasters/notesMaster1.xml" Id="R7fa0a470077a46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c5775da71e4bd7" /><Relationship Type="http://schemas.openxmlformats.org/officeDocument/2006/relationships/notesMaster" Target="/ppt/notesMasters/notesMaster1.xml" Id="Rbd54de6545844f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3ba42870a94f95" /><Relationship Type="http://schemas.openxmlformats.org/officeDocument/2006/relationships/notesMaster" Target="/ppt/notesMasters/notesMaster1.xml" Id="R1bc697c6f57542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6c1f4f1acd4f0c" /><Relationship Type="http://schemas.openxmlformats.org/officeDocument/2006/relationships/notesMaster" Target="/ppt/notesMasters/notesMaster1.xml" Id="R279ee909719845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71c72b9d4f46f4" /><Relationship Type="http://schemas.openxmlformats.org/officeDocument/2006/relationships/notesMaster" Target="/ppt/notesMasters/notesMaster1.xml" Id="Rbb3f83b310b54e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33340c0a85c4ba0" /><Relationship Type="http://schemas.openxmlformats.org/officeDocument/2006/relationships/notesMaster" Target="/ppt/notesMasters/notesMaster1.xml" Id="R4d8615baa56147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490411a32c4c34" /><Relationship Type="http://schemas.openxmlformats.org/officeDocument/2006/relationships/notesMaster" Target="/ppt/notesMasters/notesMaster1.xml" Id="Rd894b0f853b745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890d9f4b064826" /><Relationship Type="http://schemas.openxmlformats.org/officeDocument/2006/relationships/notesMaster" Target="/ppt/notesMasters/notesMaster1.xml" Id="R89ffe39d72874d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cfa5c38b3264275" /><Relationship Type="http://schemas.openxmlformats.org/officeDocument/2006/relationships/notesMaster" Target="/ppt/notesMasters/notesMaster1.xml" Id="Rde6cc4df090346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37f12e395e4c5e" /><Relationship Type="http://schemas.openxmlformats.org/officeDocument/2006/relationships/notesMaster" Target="/ppt/notesMasters/notesMaster1.xml" Id="R20eee1cd87c74d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a0665cec744ade" /><Relationship Type="http://schemas.openxmlformats.org/officeDocument/2006/relationships/notesMaster" Target="/ppt/notesMasters/notesMaster1.xml" Id="R6fd9abcadfa044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e84bdc2f4b448b0" /><Relationship Type="http://schemas.openxmlformats.org/officeDocument/2006/relationships/notesMaster" Target="/ppt/notesMasters/notesMaster1.xml" Id="R4bbb4c7015a94f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23f7a48ba114c7b" /><Relationship Type="http://schemas.openxmlformats.org/officeDocument/2006/relationships/notesMaster" Target="/ppt/notesMasters/notesMaster1.xml" Id="R8fc6f3d1c11245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45242efad0247fd" /><Relationship Type="http://schemas.openxmlformats.org/officeDocument/2006/relationships/notesMaster" Target="/ppt/notesMasters/notesMaster1.xml" Id="Rc8969a24b4cd40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0bc931a98f9418a" /><Relationship Type="http://schemas.openxmlformats.org/officeDocument/2006/relationships/notesMaster" Target="/ppt/notesMasters/notesMaster1.xml" Id="R62d45e08c4d44f7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12e01c37f44c3c" /><Relationship Type="http://schemas.openxmlformats.org/officeDocument/2006/relationships/notesMaster" Target="/ppt/notesMasters/notesMaster1.xml" Id="R58d2ee46645044b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ef89f2b3ce4b3f" /><Relationship Type="http://schemas.openxmlformats.org/officeDocument/2006/relationships/notesMaster" Target="/ppt/notesMasters/notesMaster1.xml" Id="R3060a4664e834db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d9ead97e99450f" /><Relationship Type="http://schemas.openxmlformats.org/officeDocument/2006/relationships/notesMaster" Target="/ppt/notesMasters/notesMaster1.xml" Id="Rd0afe65956034e3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8cbedb8f2f0493b" /><Relationship Type="http://schemas.openxmlformats.org/officeDocument/2006/relationships/notesMaster" Target="/ppt/notesMasters/notesMaster1.xml" Id="Rf3c96232f567477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e702d7ecf5d4176" /><Relationship Type="http://schemas.openxmlformats.org/officeDocument/2006/relationships/notesMaster" Target="/ppt/notesMasters/notesMaster1.xml" Id="Rfc1b347e86c7435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6fdf287d6e642a5" /><Relationship Type="http://schemas.openxmlformats.org/officeDocument/2006/relationships/notesMaster" Target="/ppt/notesMasters/notesMaster1.xml" Id="R0f2a7ec01302427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b5be75ff19b4c2a" /><Relationship Type="http://schemas.openxmlformats.org/officeDocument/2006/relationships/notesMaster" Target="/ppt/notesMasters/notesMaster1.xml" Id="R49f3456f450b4b8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c62d3d9c0e6471d" /><Relationship Type="http://schemas.openxmlformats.org/officeDocument/2006/relationships/notesMaster" Target="/ppt/notesMasters/notesMaster1.xml" Id="R8269ed0a5001429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7055b97348842dd" /><Relationship Type="http://schemas.openxmlformats.org/officeDocument/2006/relationships/notesMaster" Target="/ppt/notesMasters/notesMaster1.xml" Id="Raab09b1d89c24ff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66dad2095fc4184" /><Relationship Type="http://schemas.openxmlformats.org/officeDocument/2006/relationships/notesMaster" Target="/ppt/notesMasters/notesMaster1.xml" Id="Ra8975d61d08f4c4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a18e1939ffd44ce" /><Relationship Type="http://schemas.openxmlformats.org/officeDocument/2006/relationships/notesMaster" Target="/ppt/notesMasters/notesMaster1.xml" Id="R73a011b2ed76474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6405d441335427a" /><Relationship Type="http://schemas.openxmlformats.org/officeDocument/2006/relationships/notesMaster" Target="/ppt/notesMasters/notesMaster1.xml" Id="R16d765ae1dbd4e4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7f3f256dde74f4d" /><Relationship Type="http://schemas.openxmlformats.org/officeDocument/2006/relationships/notesMaster" Target="/ppt/notesMasters/notesMaster1.xml" Id="Rcbf5db613d014f3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22326267753480e" /><Relationship Type="http://schemas.openxmlformats.org/officeDocument/2006/relationships/notesMaster" Target="/ppt/notesMasters/notesMaster1.xml" Id="R0604b944708344e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b456b4fdb1944e5" /><Relationship Type="http://schemas.openxmlformats.org/officeDocument/2006/relationships/notesMaster" Target="/ppt/notesMasters/notesMaster1.xml" Id="Rf294e87f18564bc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64c323d65ed4172" /><Relationship Type="http://schemas.openxmlformats.org/officeDocument/2006/relationships/notesMaster" Target="/ppt/notesMasters/notesMaster1.xml" Id="R9eb74af5e01d4fe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3ae18ac472e450c" /><Relationship Type="http://schemas.openxmlformats.org/officeDocument/2006/relationships/notesMaster" Target="/ppt/notesMasters/notesMaster1.xml" Id="R02a8305bf0ec4b2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fb8649de9294533" /><Relationship Type="http://schemas.openxmlformats.org/officeDocument/2006/relationships/notesMaster" Target="/ppt/notesMasters/notesMaster1.xml" Id="Ra7bdb083be394ec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f20885bd9044192" /><Relationship Type="http://schemas.openxmlformats.org/officeDocument/2006/relationships/notesMaster" Target="/ppt/notesMasters/notesMaster1.xml" Id="R307ae40126944e0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f4d1accf874499a" /><Relationship Type="http://schemas.openxmlformats.org/officeDocument/2006/relationships/notesMaster" Target="/ppt/notesMasters/notesMaster1.xml" Id="R1ebde236f6c8426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2953d3144e6a42fb" /><Relationship Type="http://schemas.openxmlformats.org/officeDocument/2006/relationships/notesMaster" Target="/ppt/notesMasters/notesMaster1.xml" Id="R1479dbc73290444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a34ca501adf4400" /><Relationship Type="http://schemas.openxmlformats.org/officeDocument/2006/relationships/notesMaster" Target="/ppt/notesMasters/notesMaster1.xml" Id="R812010b8a1cf48d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d93dacf58d747a6" /><Relationship Type="http://schemas.openxmlformats.org/officeDocument/2006/relationships/notesMaster" Target="/ppt/notesMasters/notesMaster1.xml" Id="R6d190773ae94414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fbaa2d9d1154d40" /><Relationship Type="http://schemas.openxmlformats.org/officeDocument/2006/relationships/notesMaster" Target="/ppt/notesMasters/notesMaster1.xml" Id="R454892c1015b4b6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7a79249096e494f" /><Relationship Type="http://schemas.openxmlformats.org/officeDocument/2006/relationships/notesMaster" Target="/ppt/notesMasters/notesMaster1.xml" Id="Raa1902b1b2ca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двух выводов. На старом тестовом наборе XGBoost воспроизводит среднюю абсолютную ошибку £57,10. В отдельной OLS-регрессии премия за переход рейтинга с 4,7 до 4,9 составляет около 5,2% при десяти отзывах и 11,2% при ста. Это условная статистическая связь: мы не наблюдаем, что случилось бы с ценой того же объекта после случайного добавления отзывов. Целевая цена — предложение за ночь, не состоявшаяся сделка. Имена команды не добавлены: их нужно внести после согласования.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Объясните гипотезу на двух одинаковых рейтингах. Средняя оценка с большим числом наблюдений может казаться надёжнее. Поэтому интересно не просто сравнить хорошие и плохие оценки, а проверить, меняется ли премия за одинаковое улучшение оценки. У этого объяснения есть конкуренты: популярные объекты быстрее собирают отзывы, старые объявления имеют длиннее историю, а качество измерено не полностью. Прошлые цены также влияют на спрос. Для хозяина модель полезна как ориентир среди похожих объявлений, но не как совет автоматически поднять цену.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Gyódi и Nawaro исследуют цены в десяти европейских городах и показывают важность характеристик жилья и пространственных связей. Это основание учитывать местоположение, а не доказательство нашей гипотезы. Fradkin, Grewal и Holtz экспериментально меняли порядок раскрытия отзывов: поведение пользователей и оценки изменились. В препринте Fradkin и Holtz стимулирование первого отзыва не принесло общего роста проданных ночей и выручки. Обзор ограничен проверенными аннотациями и доступными методическими фрагментами; полного аудита таблиц статей мы не проводили. DOI: 10.1016/j.tourman.2021.104319; 10.1287/mksc.2021.1311; arxiv.org/abs/2112.09783.</a:t>
            </a:r>
          </a:p>
          <a:p xmlns:a="http://schemas.openxmlformats.org/drawingml/2006/main">
            <a:r>
              <a:t>Источник: Gyódi &amp; Nawaro (2021); Fradkin et al. (2021); Fradkin &amp; Holtz (2021, препринт)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логику выступления: сначала вопрос и данные, затем регрессия и качество прогноза, после этого объяснение модели и проверки. Эти части можно разделить между участниками по их интересам. Это предложение по организации, а не официальные индивидуальные задания. Координатор должен следить, чтобы в notebook, слайдах и речи были одинаковые цифры. Lecture 6.pdf, физические страницы 4–9, рекомендует как минимум две репетиции и время на финальную правку. Репетиции этой подготовкой не заменены.</a:t>
            </a:r>
          </a:p>
          <a:p xmlns:a="http://schemas.openxmlformats.org/drawingml/2006/main">
            <a:r>
              <a:t>Источник: Структура: Lecture 6.pdf, физические страницы 4–9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ряд файла соответствует объявлению. Сентябрьский выпуск помечен 17 сентября, а строки фактически собраны 18–23 сентября. Источник — Inside Airbnb, лицензия CC BY 4.0. Для прогноза сохраняем 59 635 объявлений с корректными основными полями и ценой £10–2 000. Для экономической гипотезы нужны наблюдаемые рейтинги 3–5, 1–500 отзывов и жильё целиком либо отдельная комната; остаётся 46 553 строки. Ошибки моделей из разных выборок нельзя напрямую сравнивать. Полные download URL и SHA256 сохранены в README.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Отсутствующая цена — не обычный пропуск предиктора: её не восстанавливаем. Это создаёт отбор, поэтому вывод относится к объявлениям с наблюдаемой ценой. Пропуски входов сохраняем и обрабатываем медианами и индикаторами, обученными только на train. Из 90 сырых колонок 15 полностью пусты; извлечение 31 семейства удобств из одного списка не создаёт 31 независимый источник. Quote-payload подтверждает GBP, несмотря на символ доллара в price. 59 761 сопоставимая ночная сумма совпала с целью. Учитываем даты и длину проживания, но исключаем сами суммы quote. Один хозяин не пересекается между группами. Старый test после пилота уже использовался в поиске гипотез.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Левая гистограмма показывает цены в фунтах: небольшая доля дорогих объектов растягивает правый хвост. Справа натуральный логарифм делает распределение компактнее. В обеих панелях только train и одна и та же выборка. Цель остаётся непрерывной, поэтому это обычная регрессия лог-цены, не logistic regression. Основная log MAE сравнивает пропорциональные ошибки, а GBP MAE возвращает понятную денежную единицу. Обратное преобразование exp не является автоматически несмещённым прогнозом средней цены.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распределении рейтингов видна концентрация у верхней границы. Поэтому дополнительно проверяли, сохраняется ли результат при рейтингах от 4,5 и при кривизне основных связей. Таблица справа показывает реальные строки старого test возле фиксированных точек: рейтинг плюс-минус 0,05; отзывы 5–20 или 70–130. Во всех четырёх областях есть достаточно наблюдений для заявленного диагностического порога 30. Это поддержка по двум входам; она не гарантирует реалистичность каждого сочетания остальных характеристик при мысленной замене рейтинга и числа отзывов.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График использует медианы обучающих наблюдений. Расстояние рассчитано по координатам до фиксированного центра 51.5074, −0.1278. Отдельные линии нужны, чтобы не смешивать целые квартиры и комнаты. Даже после такого разделения состав объектов может отличаться. Поэтому этот рисунок описательный: он не говорит, насколько подорожала бы та же квартира после переноса к центру. В прогнозных моделях местоположение представлено координатами, районом и расстоянием.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Медиана лог-цены train — минимальный ориентир без признаков. OLS использует линейное сочетание входов. Ridge добавляет штраф за крупные коэффициенты и может уменьшать нестабильность; его alpha выбирается по validation. Маленькое дерево имеет глубину пять и минимум 50 наблюдений в листе. В таблице у всех моделей одинаковые входы и 11 904 строки test. OLS для проверки экономической гипотезы ниже имеет другую, явно описанную спецификацию и рейтинговую выборку. Обычные p-values не относятся к коэффициентам Ridge.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Пусть r = rating − 4.8, l = log(1 + reviews) − log(11). В модель входят r, l, их произведение и наблюдаемые контроли. При n отзывах контраст 4,7 → 4,9 равен 0,2(a + c·l). Его стандартная ошибка использует полную ковариацию, а интервалы в процентах получены преобразованием обоих концов. Ошибки кластеризованы по хозяевам, используется t с G−1 степенями свободы. Составная гипотеза требует положительного наклона при 100 и положительной разницы наклонов; берём максимум двух двусторонних p-values и умножаем на 21. Обычные 95% интервалы не являются одновременно скорректированными. Отдельно оценённый test OLS — проверка связи, не прогноз train-модели.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Лес усредняет 200 деревьев с глубиной до 14 и минимумом десять объектов в листе. XGBoost последовательно строит 300 деревьев с learning rate 0,05. Для него сравниваются только глубины три и пять; min_child_weight=20, доли строк и признаков по 0,8, reg_lambda=10. Преобразования train одни и те же. Сетка небольшая и была записана до новых сравнений. Выбор идёт по validation log MAE. После выбора модель не переобучается на объединении train и validation, чтобы сохранить исходный эксперимент. Июнь не используется для настройки прогноза.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приведённые ошибки пересчитаны из сохранённых прогнозов и совпали с исходным пилотом. XGBoost лучше Ridge и леса на основной метрике. Для парной разницы ошибок дополнительно повторно выбираются целые хозяева тысячу раз. Такой интервал условен на уже обученных моделях; он не включает весь процесс настройки и переобучения. Справа дорогой сегмент показывает, почему одной средней ошибки недостаточно. Высокая абсолютная ошибка на дорогих объектах не равна такой же высокой относительной ошибке; обе метрики есть в notebook.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Разделите два графика. Слева — средние абсолютные вклады TreeSHAP основного XGBoost на 1 000 случайных строках test, в единицах log(price). Dummy-уровни и индикаторы пропуска суммированы к исходному полю, базовое значение плюс вклады совпадает с прогнозом. Фон — частоты обучающих путей деревьев. Справа — ответ отдельного XGBoost на совпадающей с OLS рейтинговой выборке и с основными контролями: рейтинг 4,7 заменяется на 4,9 при 10 и 100 отзывах. Получается примерно 8,33% и 8,96%. Направление совпадает, но различие лишь около 0,63 процентного пункта: гибкая модель показывает намного более слабую дополнительность. Это диагностика одной модели, без p-value и без причинной интерпретации.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CV проверяет чувствительность к другому разделению development-данных: три группы хозяев внутри train+validation. В каждой части заново обучаются обработка пропусков, категории и модель. Ridge alpha10 и XGBoost depth5 фиксированы для этой проверки после знакомства с историческими результатами; это не независимая nested CV. Нижняя таблица — другой, строго совпадающий по строкам эксперимент на рейтинговой выборке. Добавляем review-информацию, затем явное взаимодействие в OLS. Улучшение log MAE от произведения невелико по сравнению с общей ошибкой. В деревьях удаление столбца-произведения не запрещает взаимодействия, поэтому для XGBoost сравнивается отсутствие и наличие review-информации.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Июньская основная выборка содержит 47 533 объявления и 24 259 хозяев. Отдельная проверка оставляет 3 143 объявления 2 440 хозяев, отсутствующих во всём сыром сентябрьском файле, даже среди объектов без цены. Поэтому её нельзя смешивать с полным июнем. Эти модели оценены отдельно. План июня был зафиксирован перед первоначальным исследованием его исходов, но сегодня все эти данные уже изучены. Городские условия остаются общими. Обязательно произнесите исключение: within-host сентябрьского test имеет raw p около 0,0151, но p×21 около 0,317. Июньская within-host проверка проходит. Все 40 результатов сохранены, включая этот провал.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Сравните смысл результатов, а не только числа. Регрессия оценивает условную связь и статистическую неопределённость при выбранной спецификации. Прогнозные ошибки показывают точность на наблюдениях, которые не участвовали в обучении модели, с оговоркой о последующем использовании test. SHAP и изменение входов показывают поведение обученной функции. Ни один из трёх результатов сам по себе не показывает, что гости стали больше доверять оценке именно из-за количества отзывов. Согласованное направление полезно, но не заменяет причинный дизайн.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Вернитесь к вопросу начала: характеристики позволяют построить полезный ориентир asking prices; XGBoost даёт GBP MAE £57,10. Регрессия показывает, что премия за тот же рейтинг больше при ста отзывах, чем при десяти. Гибкая модель повторяет направление значительно слабее. Ограничения: цены отсутствуют неслучайно, качество измерено неполно, спрос и отзывы формируются совместно, данные одного города и уже изученных снимков. Нельзя обещать хозяину гарантированное повышение цены от получения отзывов. Следующий этап — действительно новые периоды или города и данные о бронированиях, а не подбор ещё одной удачной спецификации здесь.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таблице показана очередная часть всех 40 заново оценённых спецификаций. Основные результаты и проверки записаны в прежних планах; проверки кривизны основных связей были дополнительной диагностикой после первоначального результата. Столбец p×21 использует максимум двух двусторонних p-values составной гипотезы и учитывает 21 ранее рассматривавшуюся содержательную гипотезу. Поправка не устраняет весь риск адаптивного поиска. Единственное неподдержанное по строгому критерию сравнение — сентябрьский within-host старого test; его не исключали. Полные коэффициенты focus-терминов, ковариации и контрасты сохранены в results/ols/ и CSV.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подробные численные результаты выполненного notebook, а не новые независимые проверки. Объясните единицу измерения и выборку перед сравнением строк. Для основных прогнозов используется 11 904 строки старого test, для matched review-эксперимента — 9 514. Отдельно оценённые OLS-модели нельзя принимать за прогнозы модели train. TreeSHAP и ответы модели измерены в log(price); процентный контраст получен через exp. Интервалы bootstrap условны на фиксированных прогнозах, а квантили ICE описывают разброс ответов модели и не являются доверительными интервалами причинного эффекта. Все цифры, исходные поля, настройки и методика доступны в соответствующих разделах notebook и results/. Для статей: doi.org/10.1016/j.tourman.2021.104319; doi.org/10.1287/mksc.2021.1311; arxiv.org/abs/2112.09783. Источник данных: Inside Airbnb, London, CC BY 4.0.</a:t>
            </a:r>
          </a:p>
          <a:p xmlns:a="http://schemas.openxmlformats.org/drawingml/2006/main">
            <a:r>
              <a:t>Источник: Источники: точные URL и SHA256 в README и provenance/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таблица основной обучающей OLS: все 136 коэффициентов, включая intercept, числовые контроли, категории и focus-термины. Числовые входы стандартизованы, поэтому основные коэффициенты в исходных единицах показаны отдельно в приложении A. Ранг матрицы 135: при линейной зависимости используется SVD-решение минимальной нормы; отдельный коэффициент такого контроля не имеет уникальной интерпретации. Ошибки кластеризованы по хозяевам, интервалы обычные 95%, p-values без множественной поправки. Точные имена переменных сохранены в results/ols_full_training_coefficients.csv. Все значения на слайде взяты из этого файла.</a:t>
            </a:r>
          </a:p>
          <a:p xmlns:a="http://schemas.openxmlformats.org/drawingml/2006/main">
            <a:r>
              <a:t>Источник: Расчёты авторов: Inside Airbnb, London,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20ef790c841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41e1df7274a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59ea1e8ad45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0081235184b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a5be3548a40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1653a9b5547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05A1E-5AD0-4565-B6E4-425C5DBFE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AD6E05-62E6-4CA9-9BB2-D276C9216F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D3D5CB-6AA5-4BF4-B8F4-0C1BB2842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2763A4-AD6F-4D69-A9C6-3AB09B7B4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B286ED-81BB-4761-A15B-97B24DAEED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C5BB07-4EFA-49D6-A794-111E7CE71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D8A031-5316-48DA-8BC6-E0AFC0992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7A1823-0365-4BB4-8DDC-6BE5266DC2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A74D15-6F78-4C27-BC61-04B5690AC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617026-E56B-46C2-B662-84AECC6791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4cf82049744bca" /><Relationship Type="http://schemas.openxmlformats.org/officeDocument/2006/relationships/slideLayout" Target="/ppt/slideLayouts/slideLayout1.xml" Id="R4212d963f42d4ac5" /><Relationship Type="http://schemas.openxmlformats.org/officeDocument/2006/relationships/slideLayout" Target="/ppt/slideLayouts/slideLayout2.xml" Id="R74c11f26ceaa4e36" /><Relationship Type="http://schemas.openxmlformats.org/officeDocument/2006/relationships/slideLayout" Target="/ppt/slideLayouts/slideLayout3.xml" Id="R9a0ca901e5f34acc" /><Relationship Type="http://schemas.openxmlformats.org/officeDocument/2006/relationships/slideLayout" Target="/ppt/slideLayouts/slideLayout4.xml" Id="Rff049f12bb7b4231" /><Relationship Type="http://schemas.openxmlformats.org/officeDocument/2006/relationships/slideLayout" Target="/ppt/slideLayouts/slideLayout5.xml" Id="Rc086c1f08d49434f" /><Relationship Type="http://schemas.openxmlformats.org/officeDocument/2006/relationships/slideLayout" Target="/ppt/slideLayouts/slideLayout6.xml" Id="R9c2f3124d1e641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12d963f42d4ac5"/>
    <p:sldLayoutId xmlns:r="http://schemas.openxmlformats.org/officeDocument/2006/relationships" id="2147483650" r:id="R74c11f26ceaa4e36"/>
    <p:sldLayoutId xmlns:r="http://schemas.openxmlformats.org/officeDocument/2006/relationships" id="2147483651" r:id="R9a0ca901e5f34acc"/>
    <p:sldLayoutId xmlns:r="http://schemas.openxmlformats.org/officeDocument/2006/relationships" id="2147483652" r:id="Rff049f12bb7b4231"/>
    <p:sldLayoutId xmlns:r="http://schemas.openxmlformats.org/officeDocument/2006/relationships" id="2147483653" r:id="Rc086c1f08d49434f"/>
    <p:sldLayoutId xmlns:r="http://schemas.openxmlformats.org/officeDocument/2006/relationships" id="2147483654" r:id="R9c2f3124d1e641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9228abeb884d54" /><Relationship Type="http://schemas.openxmlformats.org/officeDocument/2006/relationships/notesSlide" Target="/ppt/notesSlides/notesSlide1.xml" Id="R1999aaaf9b78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13f23a7ec4dc6" /><Relationship Type="http://schemas.openxmlformats.org/officeDocument/2006/relationships/notesSlide" Target="/ppt/notesSlides/notesSlide2.xml" Id="Rd48fdbe0947b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ebe918e5604158" /><Relationship Type="http://schemas.openxmlformats.org/officeDocument/2006/relationships/notesSlide" Target="/ppt/notesSlides/notesSlide3.xml" Id="R4862b7875c8344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17ab15de04f94" /><Relationship Type="http://schemas.openxmlformats.org/officeDocument/2006/relationships/notesSlide" Target="/ppt/notesSlides/notesSlide4.xml" Id="Rec003313e00e48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131efb9aa4b7e" /><Relationship Type="http://schemas.openxmlformats.org/officeDocument/2006/relationships/notesSlide" Target="/ppt/notesSlides/notesSlide5.xml" Id="R40524f69a51444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b9b0fd8234872" /><Relationship Type="http://schemas.openxmlformats.org/officeDocument/2006/relationships/notesSlide" Target="/ppt/notesSlides/notesSlide6.xml" Id="R07715d61469d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b5809ed214cfb" /><Relationship Type="http://schemas.openxmlformats.org/officeDocument/2006/relationships/chart" Target="/ppt/slides/charts/chart1.xml" Id="Rfb1dc3b69344445d" /><Relationship Type="http://schemas.openxmlformats.org/officeDocument/2006/relationships/chart" Target="/ppt/slides/charts/chart2.xml" Id="R8de087c318874249" /><Relationship Type="http://schemas.openxmlformats.org/officeDocument/2006/relationships/notesSlide" Target="/ppt/notesSlides/notesSlide7.xml" Id="R9521dd6d0248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d4a7425f904fcd" /><Relationship Type="http://schemas.openxmlformats.org/officeDocument/2006/relationships/chart" Target="/ppt/slides/charts/chart3.xml" Id="Re14e32deefee4ad0" /><Relationship Type="http://schemas.openxmlformats.org/officeDocument/2006/relationships/notesSlide" Target="/ppt/notesSlides/notesSlide8.xml" Id="Rfebf9ed070f241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807e7e27c34846" /><Relationship Type="http://schemas.openxmlformats.org/officeDocument/2006/relationships/chart" Target="/ppt/slides/charts/chart4.xml" Id="R984b7b3b072b4b5b" /><Relationship Type="http://schemas.openxmlformats.org/officeDocument/2006/relationships/notesSlide" Target="/ppt/notesSlides/notesSlide9.xml" Id="R77251088f9d74d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6bd9004984ee8" /><Relationship Type="http://schemas.openxmlformats.org/officeDocument/2006/relationships/notesSlide" Target="/ppt/notesSlides/notesSlide10.xml" Id="Rf40a2b58fc4d40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ade82760746db" /><Relationship Type="http://schemas.openxmlformats.org/officeDocument/2006/relationships/notesSlide" Target="/ppt/notesSlides/notesSlide11.xml" Id="Re0c6e21d873e42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23e1add7e47e5" /><Relationship Type="http://schemas.openxmlformats.org/officeDocument/2006/relationships/notesSlide" Target="/ppt/notesSlides/notesSlide12.xml" Id="R627aab55a4e449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c82024ce74007" /><Relationship Type="http://schemas.openxmlformats.org/officeDocument/2006/relationships/chart" Target="/ppt/slides/charts/chart5.xml" Id="Rf6b4db5ae9ef4c4f" /><Relationship Type="http://schemas.openxmlformats.org/officeDocument/2006/relationships/notesSlide" Target="/ppt/notesSlides/notesSlide13.xml" Id="Ra804935ebf9e45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977970db948b4" /><Relationship Type="http://schemas.openxmlformats.org/officeDocument/2006/relationships/chart" Target="/ppt/slides/charts/chart6.xml" Id="Rb5efd8f65bc045ec" /><Relationship Type="http://schemas.openxmlformats.org/officeDocument/2006/relationships/chart" Target="/ppt/slides/charts/chart7.xml" Id="R80ca2df91df44163" /><Relationship Type="http://schemas.openxmlformats.org/officeDocument/2006/relationships/notesSlide" Target="/ppt/notesSlides/notesSlide14.xml" Id="R31ec8138438e4c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60cafb2554f26" /><Relationship Type="http://schemas.openxmlformats.org/officeDocument/2006/relationships/notesSlide" Target="/ppt/notesSlides/notesSlide15.xml" Id="R5518d78c0a6e41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afdfb74a545cc" /><Relationship Type="http://schemas.openxmlformats.org/officeDocument/2006/relationships/notesSlide" Target="/ppt/notesSlides/notesSlide16.xml" Id="Rb2066a0d095941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94c2e84864695" /><Relationship Type="http://schemas.openxmlformats.org/officeDocument/2006/relationships/notesSlide" Target="/ppt/notesSlides/notesSlide17.xml" Id="Raf38676a2f0644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46b48e9a74368" /><Relationship Type="http://schemas.openxmlformats.org/officeDocument/2006/relationships/notesSlide" Target="/ppt/notesSlides/notesSlide18.xml" Id="R2623b19d209e42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f2a2df70d54b36" /><Relationship Type="http://schemas.openxmlformats.org/officeDocument/2006/relationships/notesSlide" Target="/ppt/notesSlides/notesSlide19.xml" Id="R77f8c01e57244d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d6bb0c50ec4bed" /><Relationship Type="http://schemas.openxmlformats.org/officeDocument/2006/relationships/notesSlide" Target="/ppt/notesSlides/notesSlide20.xml" Id="R0ac9d6eb093a4c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5f6e03d33478d" /><Relationship Type="http://schemas.openxmlformats.org/officeDocument/2006/relationships/notesSlide" Target="/ppt/notesSlides/notesSlide21.xml" Id="R46fe3bd3fc5f4a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6298d86dff4553" /><Relationship Type="http://schemas.openxmlformats.org/officeDocument/2006/relationships/notesSlide" Target="/ppt/notesSlides/notesSlide22.xml" Id="R1bb0d5d2dff249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aeb8cad964274" /><Relationship Type="http://schemas.openxmlformats.org/officeDocument/2006/relationships/notesSlide" Target="/ppt/notesSlides/notesSlide23.xml" Id="R1de5fbf32d4c47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c57f3ec054752" /><Relationship Type="http://schemas.openxmlformats.org/officeDocument/2006/relationships/notesSlide" Target="/ppt/notesSlides/notesSlide24.xml" Id="Rde6acca083654c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1dc2fa0894235" /><Relationship Type="http://schemas.openxmlformats.org/officeDocument/2006/relationships/notesSlide" Target="/ppt/notesSlides/notesSlide25.xml" Id="Reab54d06a16d4e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5d18ffb1849ab" /><Relationship Type="http://schemas.openxmlformats.org/officeDocument/2006/relationships/notesSlide" Target="/ppt/notesSlides/notesSlide26.xml" Id="Rd2548b257ea945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577ba5baee4a95" /><Relationship Type="http://schemas.openxmlformats.org/officeDocument/2006/relationships/notesSlide" Target="/ppt/notesSlides/notesSlide27.xml" Id="R205a41e3739047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e8e314baa4ed7" /><Relationship Type="http://schemas.openxmlformats.org/officeDocument/2006/relationships/notesSlide" Target="/ppt/notesSlides/notesSlide28.xml" Id="R10936a8a9fba4ee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6773e2bda347de" /><Relationship Type="http://schemas.openxmlformats.org/officeDocument/2006/relationships/notesSlide" Target="/ppt/notesSlides/notesSlide29.xml" Id="Rb28c5f92643a49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230aa75e64dc6" /><Relationship Type="http://schemas.openxmlformats.org/officeDocument/2006/relationships/notesSlide" Target="/ppt/notesSlides/notesSlide30.xml" Id="R3da1f73edead42a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6107c70bd4b41" /><Relationship Type="http://schemas.openxmlformats.org/officeDocument/2006/relationships/notesSlide" Target="/ppt/notesSlides/notesSlide31.xml" Id="Rb26d449611634ce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1cadbc4644ebc" /><Relationship Type="http://schemas.openxmlformats.org/officeDocument/2006/relationships/notesSlide" Target="/ppt/notesSlides/notesSlide32.xml" Id="Rf2c5de07c06c445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1ab60928f44f7" /><Relationship Type="http://schemas.openxmlformats.org/officeDocument/2006/relationships/chart" Target="/ppt/slides/charts/chart8.xml" Id="Rea112b924a41446e" /><Relationship Type="http://schemas.openxmlformats.org/officeDocument/2006/relationships/notesSlide" Target="/ppt/notesSlides/notesSlide33.xml" Id="R32d5caed7a774ab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67bf1a819455a" /><Relationship Type="http://schemas.openxmlformats.org/officeDocument/2006/relationships/chart" Target="/ppt/slides/charts/chart9.xml" Id="R66bd4a39b5824122" /><Relationship Type="http://schemas.openxmlformats.org/officeDocument/2006/relationships/chart" Target="/ppt/slides/charts/chart10.xml" Id="R925a3cfc94f84a3c" /><Relationship Type="http://schemas.openxmlformats.org/officeDocument/2006/relationships/notesSlide" Target="/ppt/notesSlides/notesSlide34.xml" Id="Re2414b7245914ff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eb1d0a42241a0" /><Relationship Type="http://schemas.openxmlformats.org/officeDocument/2006/relationships/notesSlide" Target="/ppt/notesSlides/notesSlide35.xml" Id="Rcaec0ed17d52483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1e5f394b542ba" /><Relationship Type="http://schemas.openxmlformats.org/officeDocument/2006/relationships/notesSlide" Target="/ppt/notesSlides/notesSlide36.xml" Id="Rac09547aab2e4e5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8187873fe4ca5" /><Relationship Type="http://schemas.openxmlformats.org/officeDocument/2006/relationships/notesSlide" Target="/ppt/notesSlides/notesSlide37.xml" Id="Rc9648aa68b07406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4ec00c01f496c" /><Relationship Type="http://schemas.openxmlformats.org/officeDocument/2006/relationships/notesSlide" Target="/ppt/notesSlides/notesSlide38.xml" Id="R2a1e1ed8101445b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a80fa443c49a4" /><Relationship Type="http://schemas.openxmlformats.org/officeDocument/2006/relationships/notesSlide" Target="/ppt/notesSlides/notesSlide39.xml" Id="R33de4ffafc7c47d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a106805374054" /><Relationship Type="http://schemas.openxmlformats.org/officeDocument/2006/relationships/notesSlide" Target="/ppt/notesSlides/notesSlide40.xml" Id="R427a3cc849b8462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f6a38967f438f" /><Relationship Type="http://schemas.openxmlformats.org/officeDocument/2006/relationships/notesSlide" Target="/ppt/notesSlides/notesSlide41.xml" Id="Radea3beeeb8b4af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7c1349b5e94525" /><Relationship Type="http://schemas.openxmlformats.org/officeDocument/2006/relationships/notesSlide" Target="/ppt/notesSlides/notesSlide42.xml" Id="R06780b2c9ed7475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d4f3ad4c944c5" /><Relationship Type="http://schemas.openxmlformats.org/officeDocument/2006/relationships/notesSlide" Target="/ppt/notesSlides/notesSlide43.xml" Id="Rde663fb37b364f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0940f1e244573" /><Relationship Type="http://schemas.openxmlformats.org/officeDocument/2006/relationships/notesSlide" Target="/ppt/notesSlides/notesSlide44.xml" Id="Rc55f1e71286e471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04849ab054f34" /><Relationship Type="http://schemas.openxmlformats.org/officeDocument/2006/relationships/notesSlide" Target="/ppt/notesSlides/notesSlide45.xml" Id="Rf484d7eea21d498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430078ee34e4b" /><Relationship Type="http://schemas.openxmlformats.org/officeDocument/2006/relationships/notesSlide" Target="/ppt/notesSlides/notesSlide46.xml" Id="R628ab28ea5b64e3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4f0ea1c3e41e0" /><Relationship Type="http://schemas.openxmlformats.org/officeDocument/2006/relationships/notesSlide" Target="/ppt/notesSlides/notesSlide47.xml" Id="R1b610e14673e4c4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576e0fbe64613" /><Relationship Type="http://schemas.openxmlformats.org/officeDocument/2006/relationships/notesSlide" Target="/ppt/notesSlides/notesSlide48.xml" Id="R66cef12815ea44a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6ab5a85944c82" /><Relationship Type="http://schemas.openxmlformats.org/officeDocument/2006/relationships/notesSlide" Target="/ppt/notesSlides/notesSlide49.xml" Id="R9bf8bec4a33944f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f015cec324938" /><Relationship Type="http://schemas.openxmlformats.org/officeDocument/2006/relationships/notesSlide" Target="/ppt/notesSlides/notesSlide50.xml" Id="Ra89825b52d3849a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c8b87836c4d20" /><Relationship Type="http://schemas.openxmlformats.org/officeDocument/2006/relationships/notesSlide" Target="/ppt/notesSlides/notesSlide51.xml" Id="R22530a57dcd64ff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27b8190c04c19" /><Relationship Type="http://schemas.openxmlformats.org/officeDocument/2006/relationships/notesSlide" Target="/ppt/notesSlides/notesSlide52.xml" Id="R326a54e80c6d480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a1a42e463740c9" /><Relationship Type="http://schemas.openxmlformats.org/officeDocument/2006/relationships/notesSlide" Target="/ppt/notesSlides/notesSlide53.xml" Id="R956e52db8a7040a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ad1de968144be" /><Relationship Type="http://schemas.openxmlformats.org/officeDocument/2006/relationships/notesSlide" Target="/ppt/notesSlides/notesSlide54.xml" Id="R9b4d888354c845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Цена за ночь, £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Объявления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numRef>
              <c:f>'Chart Data'!$A$2:$A$8</c:f>
              <c:numCache>
                <c:formatCode>General</c:formatCode>
                <c:ptCount val="7"/>
                <c:pt idx="0">
                  <c:v>10</c:v>
                </c:pt>
                <c:pt idx="1">
                  <c:v>294</c:v>
                </c:pt>
                <c:pt idx="2">
                  <c:v>579</c:v>
                </c:pt>
                <c:pt idx="3">
                  <c:v>863</c:v>
                </c:pt>
                <c:pt idx="4">
                  <c:v>1147</c:v>
                </c:pt>
                <c:pt idx="5">
                  <c:v>1431</c:v>
                </c:pt>
                <c:pt idx="6">
                  <c:v>1716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28062</c:v>
                </c:pt>
                <c:pt idx="1">
                  <c:v>6369</c:v>
                </c:pt>
                <c:pt idx="2">
                  <c:v>1154</c:v>
                </c:pt>
                <c:pt idx="3">
                  <c:v>425</c:v>
                </c:pt>
                <c:pt idx="4">
                  <c:v>179</c:v>
                </c:pt>
                <c:pt idx="5">
                  <c:v>92</c:v>
                </c:pt>
                <c:pt idx="6">
                  <c:v>50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latin typeface="Arial"/>
                    <a:ea typeface="Arial"/>
                    <a:cs typeface="Arial"/>
                  </a:rPr>
                  <a:t>Цена за ночь, £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log(price)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Объявления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numRef>
              <c:f>'Chart Data'!$A$2:$A$8</c:f>
              <c:numCache>
                <c:formatCode>General</c:formatCode>
                <c:ptCount val="7"/>
                <c:pt idx="0">
                  <c:v>2.3</c:v>
                </c:pt>
                <c:pt idx="1">
                  <c:v>3.1</c:v>
                </c:pt>
                <c:pt idx="2">
                  <c:v>3.8</c:v>
                </c:pt>
                <c:pt idx="3">
                  <c:v>4.6</c:v>
                </c:pt>
                <c:pt idx="4">
                  <c:v>5.3</c:v>
                </c:pt>
                <c:pt idx="5">
                  <c:v>6.1</c:v>
                </c:pt>
                <c:pt idx="6">
                  <c:v>6.8</c:v>
                </c:pt>
              </c:numCache>
            </c:numRef>
          </c:cat>
          <c:val>
            <c:numRef>
              <c:f>'Chart Data'!$B$2:$B$8</c:f>
              <c:numCache>
                <c:formatCode>0</c:formatCode>
                <c:ptCount val="7"/>
                <c:pt idx="0">
                  <c:v>25</c:v>
                </c:pt>
                <c:pt idx="1">
                  <c:v>1033</c:v>
                </c:pt>
                <c:pt idx="2">
                  <c:v>7605</c:v>
                </c:pt>
                <c:pt idx="3">
                  <c:v>12741</c:v>
                </c:pt>
                <c:pt idx="4">
                  <c:v>11359</c:v>
                </c:pt>
                <c:pt idx="5">
                  <c:v>2964</c:v>
                </c:pt>
                <c:pt idx="6">
                  <c:v>604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latin typeface="Arial"/>
                    <a:ea typeface="Arial"/>
                    <a:cs typeface="Arial"/>
                  </a:rPr>
                  <a:t>log(price)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Средний рейтинг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Объявления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numRef>
              <c:f>'Chart Data'!$A$2:$A$6</c:f>
              <c:numCache>
                <c:formatCode>General</c:formatCode>
                <c:ptCount val="5"/>
                <c:pt idx="0">
                  <c:v>1.0</c:v>
                </c:pt>
                <c:pt idx="1">
                  <c:v>1.8</c:v>
                </c:pt>
                <c:pt idx="2">
                  <c:v>2.6</c:v>
                </c:pt>
                <c:pt idx="3">
                  <c:v>3.4</c:v>
                </c:pt>
                <c:pt idx="4">
                  <c:v>4.2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209</c:v>
                </c:pt>
                <c:pt idx="1">
                  <c:v>142</c:v>
                </c:pt>
                <c:pt idx="2">
                  <c:v>457</c:v>
                </c:pt>
                <c:pt idx="3">
                  <c:v>1910</c:v>
                </c:pt>
                <c:pt idx="4">
                  <c:v>26049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Медиана цены, £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Жильё целиком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0–3</c:v>
                </c:pt>
                <c:pt idx="1">
                  <c:v>3–6</c:v>
                </c:pt>
                <c:pt idx="2">
                  <c:v>6–10</c:v>
                </c:pt>
                <c:pt idx="3">
                  <c:v>10–15</c:v>
                </c:pt>
                <c:pt idx="4">
                  <c:v>15+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329</c:v>
                </c:pt>
                <c:pt idx="1">
                  <c:v>240</c:v>
                </c:pt>
                <c:pt idx="2">
                  <c:v>199</c:v>
                </c:pt>
                <c:pt idx="3">
                  <c:v>188</c:v>
                </c:pt>
                <c:pt idx="4">
                  <c:v>171</c:v>
                </c:pt>
              </c:numCache>
            </c:numRef>
          </c:val>
          <c:smooth val="0"/>
        </c:ser>
        <c:ser>
          <c:idx val="1"/>
          <c:order val="1"/>
          <c:tx>
            <c:v>Отдельная комната</c:v>
          </c:tx>
          <c:spPr>
            <a:solidFill xmlns:a="http://schemas.openxmlformats.org/drawingml/2006/main">
              <a:srgbClr val="D8802E"/>
            </a:solidFill>
            <a:ln xmlns:a="http://schemas.openxmlformats.org/drawingml/2006/main" w="19050">
              <a:solidFill>
                <a:srgbClr val="D8802E"/>
              </a:solidFill>
            </a:ln>
          </c:spPr>
          <c:marker>
            <c:symbol val="none"/>
          </c:marker>
          <c:cat>
            <c:strRef>
              <c:f>'Chart Data'!$C$2:$C$6</c:f>
              <c:strCache>
                <c:ptCount val="5"/>
                <c:pt idx="0">
                  <c:v>0–3</c:v>
                </c:pt>
                <c:pt idx="1">
                  <c:v>3–6</c:v>
                </c:pt>
                <c:pt idx="2">
                  <c:v>6–10</c:v>
                </c:pt>
                <c:pt idx="3">
                  <c:v>10–15</c:v>
                </c:pt>
                <c:pt idx="4">
                  <c:v>15+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109</c:v>
                </c:pt>
                <c:pt idx="1">
                  <c:v>90</c:v>
                </c:pt>
                <c:pt idx="2">
                  <c:v>78.315</c:v>
                </c:pt>
                <c:pt idx="3">
                  <c:v>70</c:v>
                </c:pt>
                <c:pt idx="4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latin typeface="Arial"/>
                    <a:ea typeface="Arial"/>
                    <a:cs typeface="Arial"/>
                  </a:rPr>
                  <a:t>Расстояние до центра,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Ошибка в логарифме цены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log MAE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Median</c:v>
                </c:pt>
                <c:pt idx="1">
                  <c:v>OLS</c:v>
                </c:pt>
                <c:pt idx="2">
                  <c:v>Ridge</c:v>
                </c:pt>
                <c:pt idx="3">
                  <c:v>Small tree</c:v>
                </c:pt>
                <c:pt idx="4">
                  <c:v>Random forest</c:v>
                </c:pt>
                <c:pt idx="5">
                  <c:v>XGBoost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0.5793526801</c:v>
                </c:pt>
                <c:pt idx="1">
                  <c:v>0.2808230647</c:v>
                </c:pt>
                <c:pt idx="2">
                  <c:v>0.281347607</c:v>
                </c:pt>
                <c:pt idx="3">
                  <c:v>0.324390728</c:v>
                </c:pt>
                <c:pt idx="4">
                  <c:v>0.2698346953</c:v>
                </c:pt>
                <c:pt idx="5">
                  <c:v>0.2510655481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Средний |TreeSHAP|, log(price)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SHAP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room type</c:v>
                </c:pt>
                <c:pt idx="1">
                  <c:v>distance km</c:v>
                </c:pt>
                <c:pt idx="2">
                  <c:v>accommodates</c:v>
                </c:pt>
                <c:pt idx="3">
                  <c:v>bedrooms</c:v>
                </c:pt>
                <c:pt idx="4">
                  <c:v>bathroom shared</c:v>
                </c:pt>
                <c:pt idx="5">
                  <c:v>bathroom count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0.19671246</c:v>
                </c:pt>
                <c:pt idx="1">
                  <c:v>0.15707348</c:v>
                </c:pt>
                <c:pt idx="2">
                  <c:v>0.13279544</c:v>
                </c:pt>
                <c:pt idx="3">
                  <c:v>0.10268175</c:v>
                </c:pt>
                <c:pt idx="4">
                  <c:v>0.070410654</c:v>
                </c:pt>
                <c:pt idx="5">
                  <c:v>0.06594348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Рейтинг 4,7 → 4,9: ответ модели, %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Проценты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10 отзывов</c:v>
                </c:pt>
                <c:pt idx="1">
                  <c:v>100 отзывов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8.329216003</c:v>
                </c:pt>
                <c:pt idx="1">
                  <c:v>8.955605507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Рост log 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Mean increase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19050">
              <a:solidFill>
                <a:srgbClr val="176B82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Property</c:v>
                </c:pt>
                <c:pt idx="1">
                  <c:v>Location</c:v>
                </c:pt>
                <c:pt idx="2">
                  <c:v>Booking context</c:v>
                </c:pt>
                <c:pt idx="3">
                  <c:v>Amenities</c:v>
                </c:pt>
                <c:pt idx="4">
                  <c:v>Reviews</c:v>
                </c:pt>
                <c:pt idx="5">
                  <c:v>Host</c:v>
                </c:pt>
              </c:strCache>
            </c:str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0.3571215965</c:v>
                </c:pt>
                <c:pt idx="1">
                  <c:v>0.116800294</c:v>
                </c:pt>
                <c:pt idx="2">
                  <c:v>0.03208307221</c:v>
                </c:pt>
                <c:pt idx="3">
                  <c:v>0.02968353245</c:v>
                </c:pt>
                <c:pt idx="4">
                  <c:v>0.02593669055</c:v>
                </c:pt>
                <c:pt idx="5">
                  <c:v>0.00472203735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Rating → вклад рейтинга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≤10 отзывов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176B82"/>
              </a:solidFill>
            </c:spPr>
          </c:marker>
          <c:xVal>
            <c:numRef>
              <c:f>'Chart Data'!$A$2:$A$340</c:f>
              <c:numCache>
                <c:formatCode>General</c:formatCode>
                <c:ptCount val="339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3.67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4.88</c:v>
                </c:pt>
                <c:pt idx="16">
                  <c:v>4</c:v>
                </c:pt>
                <c:pt idx="17">
                  <c:v>5</c:v>
                </c:pt>
                <c:pt idx="18">
                  <c:v>5</c:v>
                </c:pt>
                <c:pt idx="19">
                  <c:v>4.44</c:v>
                </c:pt>
                <c:pt idx="20">
                  <c:v>4.29</c:v>
                </c:pt>
                <c:pt idx="21">
                  <c:v>4.5</c:v>
                </c:pt>
                <c:pt idx="22">
                  <c:v>4.67</c:v>
                </c:pt>
                <c:pt idx="23">
                  <c:v>4.88</c:v>
                </c:pt>
                <c:pt idx="24">
                  <c:v>5</c:v>
                </c:pt>
                <c:pt idx="25">
                  <c:v>4.83</c:v>
                </c:pt>
                <c:pt idx="26">
                  <c:v>5</c:v>
                </c:pt>
                <c:pt idx="27">
                  <c:v>5</c:v>
                </c:pt>
                <c:pt idx="28">
                  <c:v>4.67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4.33</c:v>
                </c:pt>
                <c:pt idx="33">
                  <c:v>4.5</c:v>
                </c:pt>
                <c:pt idx="34">
                  <c:v>4.89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3.8</c:v>
                </c:pt>
                <c:pt idx="39">
                  <c:v>1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1</c:v>
                </c:pt>
                <c:pt idx="45">
                  <c:v>5</c:v>
                </c:pt>
                <c:pt idx="46">
                  <c:v>4.8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4.67</c:v>
                </c:pt>
                <c:pt idx="53">
                  <c:v>5</c:v>
                </c:pt>
                <c:pt idx="54">
                  <c:v>4.3</c:v>
                </c:pt>
                <c:pt idx="55">
                  <c:v>5</c:v>
                </c:pt>
                <c:pt idx="56">
                  <c:v>5</c:v>
                </c:pt>
                <c:pt idx="57">
                  <c:v>4.75</c:v>
                </c:pt>
                <c:pt idx="58">
                  <c:v>4.89</c:v>
                </c:pt>
                <c:pt idx="59">
                  <c:v>5</c:v>
                </c:pt>
                <c:pt idx="60">
                  <c:v>5</c:v>
                </c:pt>
                <c:pt idx="61">
                  <c:v>4.67</c:v>
                </c:pt>
                <c:pt idx="62">
                  <c:v>5</c:v>
                </c:pt>
                <c:pt idx="63">
                  <c:v>4.33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4</c:v>
                </c:pt>
                <c:pt idx="69">
                  <c:v>5</c:v>
                </c:pt>
                <c:pt idx="70">
                  <c:v>1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4.6</c:v>
                </c:pt>
                <c:pt idx="78">
                  <c:v>3.67</c:v>
                </c:pt>
                <c:pt idx="79">
                  <c:v>2.5</c:v>
                </c:pt>
                <c:pt idx="80">
                  <c:v>4.8</c:v>
                </c:pt>
                <c:pt idx="81">
                  <c:v>4.75</c:v>
                </c:pt>
                <c:pt idx="82">
                  <c:v>4</c:v>
                </c:pt>
                <c:pt idx="83">
                  <c:v>4.33</c:v>
                </c:pt>
                <c:pt idx="84">
                  <c:v>4.5</c:v>
                </c:pt>
                <c:pt idx="85">
                  <c:v>5</c:v>
                </c:pt>
                <c:pt idx="86">
                  <c:v>4.86</c:v>
                </c:pt>
                <c:pt idx="87">
                  <c:v>4.2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4</c:v>
                </c:pt>
                <c:pt idx="92">
                  <c:v>5</c:v>
                </c:pt>
                <c:pt idx="93">
                  <c:v>5</c:v>
                </c:pt>
                <c:pt idx="94">
                  <c:v>4.5</c:v>
                </c:pt>
                <c:pt idx="95">
                  <c:v>4.33</c:v>
                </c:pt>
                <c:pt idx="96">
                  <c:v>5</c:v>
                </c:pt>
                <c:pt idx="97">
                  <c:v>4</c:v>
                </c:pt>
                <c:pt idx="98">
                  <c:v>5</c:v>
                </c:pt>
                <c:pt idx="99">
                  <c:v>4</c:v>
                </c:pt>
                <c:pt idx="100">
                  <c:v>4.78</c:v>
                </c:pt>
                <c:pt idx="101">
                  <c:v>5</c:v>
                </c:pt>
                <c:pt idx="102">
                  <c:v>5</c:v>
                </c:pt>
                <c:pt idx="103">
                  <c:v>4</c:v>
                </c:pt>
                <c:pt idx="104">
                  <c:v>5</c:v>
                </c:pt>
                <c:pt idx="105">
                  <c:v>4.57</c:v>
                </c:pt>
                <c:pt idx="106">
                  <c:v>4</c:v>
                </c:pt>
                <c:pt idx="107">
                  <c:v>4.67</c:v>
                </c:pt>
                <c:pt idx="108">
                  <c:v>5</c:v>
                </c:pt>
                <c:pt idx="109">
                  <c:v>4.4</c:v>
                </c:pt>
                <c:pt idx="110">
                  <c:v>5</c:v>
                </c:pt>
                <c:pt idx="111">
                  <c:v>5</c:v>
                </c:pt>
                <c:pt idx="112">
                  <c:v>4</c:v>
                </c:pt>
                <c:pt idx="113">
                  <c:v>3</c:v>
                </c:pt>
                <c:pt idx="114">
                  <c:v>5</c:v>
                </c:pt>
                <c:pt idx="115">
                  <c:v>5</c:v>
                </c:pt>
                <c:pt idx="116">
                  <c:v>3</c:v>
                </c:pt>
                <c:pt idx="117">
                  <c:v>4.67</c:v>
                </c:pt>
                <c:pt idx="118">
                  <c:v>5</c:v>
                </c:pt>
                <c:pt idx="119">
                  <c:v>5</c:v>
                </c:pt>
                <c:pt idx="120">
                  <c:v>4.86</c:v>
                </c:pt>
                <c:pt idx="121">
                  <c:v>1</c:v>
                </c:pt>
                <c:pt idx="122">
                  <c:v>4</c:v>
                </c:pt>
                <c:pt idx="123">
                  <c:v>4.5</c:v>
                </c:pt>
                <c:pt idx="124">
                  <c:v>5</c:v>
                </c:pt>
                <c:pt idx="125">
                  <c:v>5</c:v>
                </c:pt>
                <c:pt idx="126">
                  <c:v>4.83</c:v>
                </c:pt>
                <c:pt idx="127">
                  <c:v>4.33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3.33</c:v>
                </c:pt>
                <c:pt idx="134">
                  <c:v>5</c:v>
                </c:pt>
                <c:pt idx="135">
                  <c:v>4.57</c:v>
                </c:pt>
                <c:pt idx="136">
                  <c:v>5</c:v>
                </c:pt>
                <c:pt idx="137">
                  <c:v>4.78</c:v>
                </c:pt>
                <c:pt idx="138">
                  <c:v>5</c:v>
                </c:pt>
                <c:pt idx="139">
                  <c:v>4.67</c:v>
                </c:pt>
                <c:pt idx="140">
                  <c:v>4.2</c:v>
                </c:pt>
                <c:pt idx="141">
                  <c:v>5</c:v>
                </c:pt>
                <c:pt idx="142">
                  <c:v>5</c:v>
                </c:pt>
                <c:pt idx="143">
                  <c:v>5</c:v>
                </c:pt>
                <c:pt idx="144">
                  <c:v>4.78</c:v>
                </c:pt>
                <c:pt idx="145">
                  <c:v>5</c:v>
                </c:pt>
                <c:pt idx="146">
                  <c:v>5</c:v>
                </c:pt>
                <c:pt idx="147">
                  <c:v>3</c:v>
                </c:pt>
                <c:pt idx="148">
                  <c:v>4</c:v>
                </c:pt>
                <c:pt idx="149">
                  <c:v>2</c:v>
                </c:pt>
                <c:pt idx="150">
                  <c:v>5</c:v>
                </c:pt>
                <c:pt idx="151">
                  <c:v>5</c:v>
                </c:pt>
                <c:pt idx="152">
                  <c:v>4</c:v>
                </c:pt>
                <c:pt idx="153">
                  <c:v>5</c:v>
                </c:pt>
                <c:pt idx="154">
                  <c:v>5</c:v>
                </c:pt>
                <c:pt idx="155">
                  <c:v>3.25</c:v>
                </c:pt>
                <c:pt idx="156">
                  <c:v>5</c:v>
                </c:pt>
                <c:pt idx="157">
                  <c:v>4.75</c:v>
                </c:pt>
                <c:pt idx="158">
                  <c:v>5</c:v>
                </c:pt>
                <c:pt idx="159">
                  <c:v>5</c:v>
                </c:pt>
                <c:pt idx="160">
                  <c:v>1</c:v>
                </c:pt>
                <c:pt idx="161">
                  <c:v>5</c:v>
                </c:pt>
                <c:pt idx="162">
                  <c:v>5</c:v>
                </c:pt>
                <c:pt idx="163">
                  <c:v>4</c:v>
                </c:pt>
                <c:pt idx="164">
                  <c:v>4.75</c:v>
                </c:pt>
                <c:pt idx="165">
                  <c:v>4.3</c:v>
                </c:pt>
                <c:pt idx="166">
                  <c:v>5</c:v>
                </c:pt>
                <c:pt idx="167">
                  <c:v>4.5</c:v>
                </c:pt>
                <c:pt idx="168">
                  <c:v>5</c:v>
                </c:pt>
                <c:pt idx="169">
                  <c:v>5</c:v>
                </c:pt>
                <c:pt idx="170">
                  <c:v>3</c:v>
                </c:pt>
                <c:pt idx="171">
                  <c:v>5</c:v>
                </c:pt>
                <c:pt idx="172">
                  <c:v>5</c:v>
                </c:pt>
                <c:pt idx="173">
                  <c:v>5</c:v>
                </c:pt>
                <c:pt idx="174">
                  <c:v>4.75</c:v>
                </c:pt>
                <c:pt idx="175">
                  <c:v>4.5</c:v>
                </c:pt>
                <c:pt idx="176">
                  <c:v>5</c:v>
                </c:pt>
                <c:pt idx="177">
                  <c:v>4.8</c:v>
                </c:pt>
                <c:pt idx="178">
                  <c:v>5</c:v>
                </c:pt>
                <c:pt idx="179">
                  <c:v>4.67</c:v>
                </c:pt>
                <c:pt idx="180">
                  <c:v>4</c:v>
                </c:pt>
                <c:pt idx="181">
                  <c:v>4.5</c:v>
                </c:pt>
                <c:pt idx="182">
                  <c:v>5</c:v>
                </c:pt>
                <c:pt idx="183">
                  <c:v>4.25</c:v>
                </c:pt>
                <c:pt idx="184">
                  <c:v>4.33</c:v>
                </c:pt>
                <c:pt idx="185">
                  <c:v>5</c:v>
                </c:pt>
                <c:pt idx="186">
                  <c:v>4.33</c:v>
                </c:pt>
                <c:pt idx="187">
                  <c:v>5</c:v>
                </c:pt>
                <c:pt idx="188">
                  <c:v>4.75</c:v>
                </c:pt>
                <c:pt idx="189">
                  <c:v>5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3.67</c:v>
                </c:pt>
                <c:pt idx="194">
                  <c:v>5</c:v>
                </c:pt>
                <c:pt idx="195">
                  <c:v>5</c:v>
                </c:pt>
                <c:pt idx="196">
                  <c:v>5</c:v>
                </c:pt>
                <c:pt idx="197">
                  <c:v>5</c:v>
                </c:pt>
                <c:pt idx="198">
                  <c:v>4.88</c:v>
                </c:pt>
                <c:pt idx="199">
                  <c:v>5</c:v>
                </c:pt>
                <c:pt idx="200">
                  <c:v>1</c:v>
                </c:pt>
                <c:pt idx="201">
                  <c:v>5</c:v>
                </c:pt>
                <c:pt idx="202">
                  <c:v>4.56</c:v>
                </c:pt>
                <c:pt idx="203">
                  <c:v>4.8</c:v>
                </c:pt>
                <c:pt idx="204">
                  <c:v>5</c:v>
                </c:pt>
                <c:pt idx="205">
                  <c:v>4</c:v>
                </c:pt>
                <c:pt idx="206">
                  <c:v>4.83</c:v>
                </c:pt>
                <c:pt idx="207">
                  <c:v>4.8</c:v>
                </c:pt>
                <c:pt idx="208">
                  <c:v>4.83</c:v>
                </c:pt>
                <c:pt idx="209">
                  <c:v>5</c:v>
                </c:pt>
                <c:pt idx="210">
                  <c:v>5</c:v>
                </c:pt>
                <c:pt idx="211">
                  <c:v>4.25</c:v>
                </c:pt>
                <c:pt idx="212">
                  <c:v>4.8</c:v>
                </c:pt>
                <c:pt idx="213">
                  <c:v>4.8</c:v>
                </c:pt>
                <c:pt idx="214">
                  <c:v>5</c:v>
                </c:pt>
                <c:pt idx="215">
                  <c:v>4.67</c:v>
                </c:pt>
                <c:pt idx="216">
                  <c:v>3</c:v>
                </c:pt>
                <c:pt idx="217">
                  <c:v>3.33</c:v>
                </c:pt>
                <c:pt idx="218">
                  <c:v>5</c:v>
                </c:pt>
                <c:pt idx="219">
                  <c:v>1</c:v>
                </c:pt>
                <c:pt idx="220">
                  <c:v>4.5</c:v>
                </c:pt>
                <c:pt idx="221">
                  <c:v>5</c:v>
                </c:pt>
                <c:pt idx="222">
                  <c:v>4.86</c:v>
                </c:pt>
                <c:pt idx="223">
                  <c:v>2</c:v>
                </c:pt>
                <c:pt idx="224">
                  <c:v>5</c:v>
                </c:pt>
                <c:pt idx="225">
                  <c:v>5</c:v>
                </c:pt>
                <c:pt idx="226">
                  <c:v>4.11</c:v>
                </c:pt>
                <c:pt idx="227">
                  <c:v>4.8</c:v>
                </c:pt>
                <c:pt idx="228">
                  <c:v>4.6</c:v>
                </c:pt>
                <c:pt idx="229">
                  <c:v>5</c:v>
                </c:pt>
                <c:pt idx="230">
                  <c:v>4.71</c:v>
                </c:pt>
                <c:pt idx="231">
                  <c:v>5</c:v>
                </c:pt>
                <c:pt idx="232">
                  <c:v>4.88</c:v>
                </c:pt>
                <c:pt idx="233">
                  <c:v>4.86</c:v>
                </c:pt>
                <c:pt idx="234">
                  <c:v>4.89</c:v>
                </c:pt>
                <c:pt idx="235">
                  <c:v>4</c:v>
                </c:pt>
                <c:pt idx="236">
                  <c:v>5</c:v>
                </c:pt>
                <c:pt idx="237">
                  <c:v>5</c:v>
                </c:pt>
                <c:pt idx="238">
                  <c:v>5</c:v>
                </c:pt>
                <c:pt idx="239">
                  <c:v>5</c:v>
                </c:pt>
                <c:pt idx="240">
                  <c:v>4.71</c:v>
                </c:pt>
                <c:pt idx="241">
                  <c:v>2</c:v>
                </c:pt>
                <c:pt idx="242">
                  <c:v>5</c:v>
                </c:pt>
                <c:pt idx="243">
                  <c:v>4.83</c:v>
                </c:pt>
                <c:pt idx="244">
                  <c:v>4</c:v>
                </c:pt>
                <c:pt idx="245">
                  <c:v>4.11</c:v>
                </c:pt>
                <c:pt idx="246">
                  <c:v>4.5</c:v>
                </c:pt>
                <c:pt idx="247">
                  <c:v>3</c:v>
                </c:pt>
                <c:pt idx="248">
                  <c:v>5</c:v>
                </c:pt>
                <c:pt idx="249">
                  <c:v>5</c:v>
                </c:pt>
                <c:pt idx="250">
                  <c:v>5</c:v>
                </c:pt>
                <c:pt idx="251">
                  <c:v>4.2</c:v>
                </c:pt>
                <c:pt idx="252">
                  <c:v>4</c:v>
                </c:pt>
                <c:pt idx="253">
                  <c:v>4</c:v>
                </c:pt>
                <c:pt idx="254">
                  <c:v>3.33</c:v>
                </c:pt>
                <c:pt idx="255">
                  <c:v>5</c:v>
                </c:pt>
                <c:pt idx="256">
                  <c:v>5</c:v>
                </c:pt>
                <c:pt idx="257">
                  <c:v>3.75</c:v>
                </c:pt>
                <c:pt idx="258">
                  <c:v>5</c:v>
                </c:pt>
                <c:pt idx="259">
                  <c:v>2</c:v>
                </c:pt>
                <c:pt idx="260">
                  <c:v>4.5</c:v>
                </c:pt>
                <c:pt idx="261">
                  <c:v>4.63</c:v>
                </c:pt>
                <c:pt idx="262">
                  <c:v>3</c:v>
                </c:pt>
                <c:pt idx="263">
                  <c:v>5</c:v>
                </c:pt>
                <c:pt idx="264">
                  <c:v>4.33</c:v>
                </c:pt>
                <c:pt idx="265">
                  <c:v>4.8</c:v>
                </c:pt>
                <c:pt idx="266">
                  <c:v>4.67</c:v>
                </c:pt>
                <c:pt idx="267">
                  <c:v>4.88</c:v>
                </c:pt>
                <c:pt idx="268">
                  <c:v>5</c:v>
                </c:pt>
                <c:pt idx="269">
                  <c:v>4.9</c:v>
                </c:pt>
                <c:pt idx="270">
                  <c:v>3</c:v>
                </c:pt>
                <c:pt idx="271">
                  <c:v>5</c:v>
                </c:pt>
                <c:pt idx="272">
                  <c:v>5</c:v>
                </c:pt>
                <c:pt idx="273">
                  <c:v>4</c:v>
                </c:pt>
                <c:pt idx="274">
                  <c:v>5</c:v>
                </c:pt>
                <c:pt idx="275">
                  <c:v>3.86</c:v>
                </c:pt>
                <c:pt idx="276">
                  <c:v>4.67</c:v>
                </c:pt>
                <c:pt idx="277">
                  <c:v>3.33</c:v>
                </c:pt>
                <c:pt idx="278">
                  <c:v>4.6</c:v>
                </c:pt>
                <c:pt idx="279">
                  <c:v>5</c:v>
                </c:pt>
                <c:pt idx="280">
                  <c:v>3.5</c:v>
                </c:pt>
                <c:pt idx="281">
                  <c:v>5</c:v>
                </c:pt>
                <c:pt idx="282">
                  <c:v>5</c:v>
                </c:pt>
                <c:pt idx="283">
                  <c:v>5</c:v>
                </c:pt>
                <c:pt idx="284">
                  <c:v>5</c:v>
                </c:pt>
                <c:pt idx="285">
                  <c:v>5</c:v>
                </c:pt>
                <c:pt idx="286">
                  <c:v>4.8</c:v>
                </c:pt>
                <c:pt idx="287">
                  <c:v>5</c:v>
                </c:pt>
                <c:pt idx="288">
                  <c:v>5</c:v>
                </c:pt>
                <c:pt idx="289">
                  <c:v>4</c:v>
                </c:pt>
                <c:pt idx="290">
                  <c:v>4.3</c:v>
                </c:pt>
                <c:pt idx="291">
                  <c:v>3.5</c:v>
                </c:pt>
                <c:pt idx="292">
                  <c:v>4</c:v>
                </c:pt>
                <c:pt idx="293">
                  <c:v>5</c:v>
                </c:pt>
                <c:pt idx="294">
                  <c:v>4</c:v>
                </c:pt>
                <c:pt idx="295">
                  <c:v>4.5</c:v>
                </c:pt>
                <c:pt idx="296">
                  <c:v>5</c:v>
                </c:pt>
                <c:pt idx="297">
                  <c:v>5</c:v>
                </c:pt>
                <c:pt idx="298">
                  <c:v>4.5</c:v>
                </c:pt>
                <c:pt idx="299">
                  <c:v>4.38</c:v>
                </c:pt>
                <c:pt idx="300">
                  <c:v>5</c:v>
                </c:pt>
                <c:pt idx="301">
                  <c:v>4</c:v>
                </c:pt>
                <c:pt idx="302">
                  <c:v>5</c:v>
                </c:pt>
                <c:pt idx="303">
                  <c:v>4.75</c:v>
                </c:pt>
                <c:pt idx="304">
                  <c:v>4.88</c:v>
                </c:pt>
                <c:pt idx="305">
                  <c:v>5</c:v>
                </c:pt>
                <c:pt idx="306">
                  <c:v>3.71</c:v>
                </c:pt>
                <c:pt idx="307">
                  <c:v>4.83</c:v>
                </c:pt>
                <c:pt idx="308">
                  <c:v>4.75</c:v>
                </c:pt>
                <c:pt idx="309">
                  <c:v>4.5</c:v>
                </c:pt>
                <c:pt idx="310">
                  <c:v>5</c:v>
                </c:pt>
                <c:pt idx="311">
                  <c:v>5</c:v>
                </c:pt>
                <c:pt idx="312">
                  <c:v>4.67</c:v>
                </c:pt>
                <c:pt idx="313">
                  <c:v>4.86</c:v>
                </c:pt>
                <c:pt idx="314">
                  <c:v>4</c:v>
                </c:pt>
                <c:pt idx="315">
                  <c:v>5</c:v>
                </c:pt>
                <c:pt idx="316">
                  <c:v>4.83</c:v>
                </c:pt>
                <c:pt idx="317">
                  <c:v>5</c:v>
                </c:pt>
                <c:pt idx="318">
                  <c:v>4.5</c:v>
                </c:pt>
                <c:pt idx="319">
                  <c:v>5</c:v>
                </c:pt>
                <c:pt idx="320">
                  <c:v>4.67</c:v>
                </c:pt>
                <c:pt idx="321">
                  <c:v>5</c:v>
                </c:pt>
                <c:pt idx="322">
                  <c:v>5</c:v>
                </c:pt>
                <c:pt idx="323">
                  <c:v>5</c:v>
                </c:pt>
                <c:pt idx="324">
                  <c:v>4.4</c:v>
                </c:pt>
                <c:pt idx="325">
                  <c:v>5</c:v>
                </c:pt>
                <c:pt idx="326">
                  <c:v>4.33</c:v>
                </c:pt>
                <c:pt idx="327">
                  <c:v>4.83</c:v>
                </c:pt>
                <c:pt idx="328">
                  <c:v>5</c:v>
                </c:pt>
                <c:pt idx="329">
                  <c:v>5</c:v>
                </c:pt>
                <c:pt idx="330">
                  <c:v>4.75</c:v>
                </c:pt>
                <c:pt idx="331">
                  <c:v>4.7</c:v>
                </c:pt>
                <c:pt idx="332">
                  <c:v>4.5</c:v>
                </c:pt>
                <c:pt idx="333">
                  <c:v>5</c:v>
                </c:pt>
                <c:pt idx="334">
                  <c:v>4.71</c:v>
                </c:pt>
                <c:pt idx="335">
                  <c:v>3</c:v>
                </c:pt>
                <c:pt idx="336">
                  <c:v>4.67</c:v>
                </c:pt>
                <c:pt idx="337">
                  <c:v>3.2</c:v>
                </c:pt>
                <c:pt idx="338">
                  <c:v>3</c:v>
                </c:pt>
              </c:numCache>
            </c:numRef>
          </c:xVal>
          <c:yVal>
            <c:numRef>
              <c:f>'Chart Data'!$B$2:$B$340</c:f>
              <c:numCache>
                <c:formatCode>0.00</c:formatCode>
                <c:ptCount val="339"/>
                <c:pt idx="0">
                  <c:v>0.021451399</c:v>
                </c:pt>
                <c:pt idx="1">
                  <c:v>0.023302276</c:v>
                </c:pt>
                <c:pt idx="2">
                  <c:v>-0.024450226</c:v>
                </c:pt>
                <c:pt idx="3">
                  <c:v>-0.029324839</c:v>
                </c:pt>
                <c:pt idx="4">
                  <c:v>0.02688969</c:v>
                </c:pt>
                <c:pt idx="5">
                  <c:v>0.026341172</c:v>
                </c:pt>
                <c:pt idx="6">
                  <c:v>-0.022949664</c:v>
                </c:pt>
                <c:pt idx="7">
                  <c:v>-0.018157063</c:v>
                </c:pt>
                <c:pt idx="8">
                  <c:v>0.01982825</c:v>
                </c:pt>
                <c:pt idx="9">
                  <c:v>0.018924946</c:v>
                </c:pt>
                <c:pt idx="10">
                  <c:v>0.018513538</c:v>
                </c:pt>
                <c:pt idx="11">
                  <c:v>0.019496836</c:v>
                </c:pt>
                <c:pt idx="12">
                  <c:v>0.021248126</c:v>
                </c:pt>
                <c:pt idx="13">
                  <c:v>0.021048905</c:v>
                </c:pt>
                <c:pt idx="14">
                  <c:v>0.018348077</c:v>
                </c:pt>
                <c:pt idx="15">
                  <c:v>0.009607494</c:v>
                </c:pt>
                <c:pt idx="16">
                  <c:v>-0.033352092</c:v>
                </c:pt>
                <c:pt idx="17">
                  <c:v>0.022703601</c:v>
                </c:pt>
                <c:pt idx="18">
                  <c:v>0.013045786</c:v>
                </c:pt>
                <c:pt idx="19">
                  <c:v>-0.024517123</c:v>
                </c:pt>
                <c:pt idx="20">
                  <c:v>-0.036556438</c:v>
                </c:pt>
                <c:pt idx="21">
                  <c:v>-0.019302001</c:v>
                </c:pt>
                <c:pt idx="22">
                  <c:v>-0.019980159</c:v>
                </c:pt>
                <c:pt idx="23">
                  <c:v>0.01263864</c:v>
                </c:pt>
                <c:pt idx="24">
                  <c:v>0.026269265</c:v>
                </c:pt>
                <c:pt idx="25">
                  <c:v>0.0041052727</c:v>
                </c:pt>
                <c:pt idx="26">
                  <c:v>0.022932898</c:v>
                </c:pt>
                <c:pt idx="27">
                  <c:v>0.021570757</c:v>
                </c:pt>
                <c:pt idx="28">
                  <c:v>-0.018883955</c:v>
                </c:pt>
                <c:pt idx="29">
                  <c:v>0.018104965</c:v>
                </c:pt>
                <c:pt idx="30">
                  <c:v>0.015281541</c:v>
                </c:pt>
                <c:pt idx="31">
                  <c:v>0.014305232</c:v>
                </c:pt>
                <c:pt idx="32">
                  <c:v>-0.020604698</c:v>
                </c:pt>
                <c:pt idx="33">
                  <c:v>-0.016904201</c:v>
                </c:pt>
                <c:pt idx="34">
                  <c:v>0.011950726</c:v>
                </c:pt>
                <c:pt idx="35">
                  <c:v>0.022331111</c:v>
                </c:pt>
                <c:pt idx="36">
                  <c:v>0.017460234</c:v>
                </c:pt>
                <c:pt idx="37">
                  <c:v>0.026447456</c:v>
                </c:pt>
                <c:pt idx="38">
                  <c:v>-0.018512312</c:v>
                </c:pt>
                <c:pt idx="39">
                  <c:v>-0.022606025</c:v>
                </c:pt>
                <c:pt idx="40">
                  <c:v>0.028617872</c:v>
                </c:pt>
                <c:pt idx="41">
                  <c:v>0.026104622</c:v>
                </c:pt>
                <c:pt idx="42">
                  <c:v>0.015994443</c:v>
                </c:pt>
                <c:pt idx="43">
                  <c:v>0.02647927</c:v>
                </c:pt>
                <c:pt idx="44">
                  <c:v>-0.016286692</c:v>
                </c:pt>
                <c:pt idx="45">
                  <c:v>0.02536641</c:v>
                </c:pt>
                <c:pt idx="46">
                  <c:v>-0.010874985</c:v>
                </c:pt>
                <c:pt idx="47">
                  <c:v>0.021727689</c:v>
                </c:pt>
                <c:pt idx="48">
                  <c:v>0.015816139</c:v>
                </c:pt>
                <c:pt idx="49">
                  <c:v>0.0245207</c:v>
                </c:pt>
                <c:pt idx="50">
                  <c:v>0.028403174</c:v>
                </c:pt>
                <c:pt idx="51">
                  <c:v>0.019337151</c:v>
                </c:pt>
                <c:pt idx="52">
                  <c:v>-0.02450326</c:v>
                </c:pt>
                <c:pt idx="53">
                  <c:v>0.022047052</c:v>
                </c:pt>
                <c:pt idx="54">
                  <c:v>-0.02762267</c:v>
                </c:pt>
                <c:pt idx="55">
                  <c:v>0.016880883</c:v>
                </c:pt>
                <c:pt idx="56">
                  <c:v>0.017731076</c:v>
                </c:pt>
                <c:pt idx="57">
                  <c:v>-0.024911508</c:v>
                </c:pt>
                <c:pt idx="58">
                  <c:v>0.009530905</c:v>
                </c:pt>
                <c:pt idx="59">
                  <c:v>0.016933998</c:v>
                </c:pt>
                <c:pt idx="60">
                  <c:v>0.01969811</c:v>
                </c:pt>
                <c:pt idx="61">
                  <c:v>-0.013631819</c:v>
                </c:pt>
                <c:pt idx="62">
                  <c:v>0.016930895</c:v>
                </c:pt>
                <c:pt idx="63">
                  <c:v>-0.027692387</c:v>
                </c:pt>
                <c:pt idx="64">
                  <c:v>0.024715662</c:v>
                </c:pt>
                <c:pt idx="65">
                  <c:v>0.013564228</c:v>
                </c:pt>
                <c:pt idx="66">
                  <c:v>0.01642888</c:v>
                </c:pt>
                <c:pt idx="67">
                  <c:v>0.015787851</c:v>
                </c:pt>
                <c:pt idx="68">
                  <c:v>-0.036288023</c:v>
                </c:pt>
                <c:pt idx="69">
                  <c:v>0.021632122</c:v>
                </c:pt>
                <c:pt idx="70">
                  <c:v>-0.026363147</c:v>
                </c:pt>
                <c:pt idx="71">
                  <c:v>0.016443793</c:v>
                </c:pt>
                <c:pt idx="72">
                  <c:v>0.02260631</c:v>
                </c:pt>
                <c:pt idx="73">
                  <c:v>0.022081729</c:v>
                </c:pt>
                <c:pt idx="74">
                  <c:v>0.021489939</c:v>
                </c:pt>
                <c:pt idx="75">
                  <c:v>0.02692339</c:v>
                </c:pt>
                <c:pt idx="76">
                  <c:v>0.016394095</c:v>
                </c:pt>
                <c:pt idx="77">
                  <c:v>-0.020201704</c:v>
                </c:pt>
                <c:pt idx="78">
                  <c:v>-0.025466401</c:v>
                </c:pt>
                <c:pt idx="79">
                  <c:v>-0.036812466</c:v>
                </c:pt>
                <c:pt idx="80">
                  <c:v>-0.017362045</c:v>
                </c:pt>
                <c:pt idx="81">
                  <c:v>-0.011362294</c:v>
                </c:pt>
                <c:pt idx="82">
                  <c:v>-0.011017633</c:v>
                </c:pt>
                <c:pt idx="83">
                  <c:v>-0.026663529</c:v>
                </c:pt>
                <c:pt idx="84">
                  <c:v>-0.02242964</c:v>
                </c:pt>
                <c:pt idx="85">
                  <c:v>0.025430372</c:v>
                </c:pt>
                <c:pt idx="86">
                  <c:v>0.0087449</c:v>
                </c:pt>
                <c:pt idx="87">
                  <c:v>-0.01696545</c:v>
                </c:pt>
                <c:pt idx="88">
                  <c:v>0.031753935</c:v>
                </c:pt>
                <c:pt idx="89">
                  <c:v>0.021791633</c:v>
                </c:pt>
                <c:pt idx="90">
                  <c:v>0.020834258</c:v>
                </c:pt>
                <c:pt idx="91">
                  <c:v>-0.028311</c:v>
                </c:pt>
                <c:pt idx="92">
                  <c:v>0.024955813</c:v>
                </c:pt>
                <c:pt idx="93">
                  <c:v>0.019427534</c:v>
                </c:pt>
                <c:pt idx="94">
                  <c:v>-0.022887915</c:v>
                </c:pt>
                <c:pt idx="95">
                  <c:v>-0.033077817</c:v>
                </c:pt>
                <c:pt idx="96">
                  <c:v>0.024600541</c:v>
                </c:pt>
                <c:pt idx="97">
                  <c:v>-0.03038522</c:v>
                </c:pt>
                <c:pt idx="98">
                  <c:v>0.028107423</c:v>
                </c:pt>
                <c:pt idx="99">
                  <c:v>-0.024631537</c:v>
                </c:pt>
                <c:pt idx="100">
                  <c:v>-0.026753929</c:v>
                </c:pt>
                <c:pt idx="101">
                  <c:v>0.02604024</c:v>
                </c:pt>
                <c:pt idx="102">
                  <c:v>0.012922014</c:v>
                </c:pt>
                <c:pt idx="103">
                  <c:v>-0.024761066</c:v>
                </c:pt>
                <c:pt idx="104">
                  <c:v>0.013020024</c:v>
                </c:pt>
                <c:pt idx="105">
                  <c:v>-0.031054005</c:v>
                </c:pt>
                <c:pt idx="106">
                  <c:v>-0.021272961</c:v>
                </c:pt>
                <c:pt idx="107">
                  <c:v>-0.015620565</c:v>
                </c:pt>
                <c:pt idx="108">
                  <c:v>0.027181828</c:v>
                </c:pt>
                <c:pt idx="109">
                  <c:v>-0.01855671</c:v>
                </c:pt>
                <c:pt idx="110">
                  <c:v>0.017340299</c:v>
                </c:pt>
                <c:pt idx="111">
                  <c:v>0.01744318</c:v>
                </c:pt>
                <c:pt idx="112">
                  <c:v>-0.02921487</c:v>
                </c:pt>
                <c:pt idx="113">
                  <c:v>-0.026111536</c:v>
                </c:pt>
                <c:pt idx="114">
                  <c:v>0.022669215</c:v>
                </c:pt>
                <c:pt idx="115">
                  <c:v>0.027329203</c:v>
                </c:pt>
                <c:pt idx="116">
                  <c:v>-0.015952336</c:v>
                </c:pt>
                <c:pt idx="117">
                  <c:v>-0.024033822</c:v>
                </c:pt>
                <c:pt idx="118">
                  <c:v>0.013666668</c:v>
                </c:pt>
                <c:pt idx="119">
                  <c:v>0.027772922</c:v>
                </c:pt>
                <c:pt idx="120">
                  <c:v>0.009297459</c:v>
                </c:pt>
                <c:pt idx="121">
                  <c:v>-0.029680267</c:v>
                </c:pt>
                <c:pt idx="122">
                  <c:v>-0.022004193</c:v>
                </c:pt>
                <c:pt idx="123">
                  <c:v>-0.025542445</c:v>
                </c:pt>
                <c:pt idx="124">
                  <c:v>0.023612628</c:v>
                </c:pt>
                <c:pt idx="125">
                  <c:v>0.022674425</c:v>
                </c:pt>
                <c:pt idx="126">
                  <c:v>0.008748288</c:v>
                </c:pt>
                <c:pt idx="127">
                  <c:v>-0.027999831</c:v>
                </c:pt>
                <c:pt idx="128">
                  <c:v>0.02318705</c:v>
                </c:pt>
                <c:pt idx="129">
                  <c:v>0.020654727</c:v>
                </c:pt>
                <c:pt idx="130">
                  <c:v>0.018734977</c:v>
                </c:pt>
                <c:pt idx="131">
                  <c:v>0.020943802</c:v>
                </c:pt>
                <c:pt idx="132">
                  <c:v>0.018260706</c:v>
                </c:pt>
                <c:pt idx="133">
                  <c:v>-0.02049576</c:v>
                </c:pt>
                <c:pt idx="134">
                  <c:v>0.023854444</c:v>
                </c:pt>
                <c:pt idx="135">
                  <c:v>-0.019386627</c:v>
                </c:pt>
                <c:pt idx="136">
                  <c:v>0.016457696</c:v>
                </c:pt>
                <c:pt idx="137">
                  <c:v>-0.01690667</c:v>
                </c:pt>
                <c:pt idx="138">
                  <c:v>0.017421013</c:v>
                </c:pt>
                <c:pt idx="139">
                  <c:v>-0.018497687</c:v>
                </c:pt>
                <c:pt idx="140">
                  <c:v>-0.023161968</c:v>
                </c:pt>
                <c:pt idx="141">
                  <c:v>0.023407187</c:v>
                </c:pt>
                <c:pt idx="142">
                  <c:v>0.026275882</c:v>
                </c:pt>
                <c:pt idx="143">
                  <c:v>0.015427086</c:v>
                </c:pt>
                <c:pt idx="144">
                  <c:v>-0.020220324</c:v>
                </c:pt>
                <c:pt idx="145">
                  <c:v>0.020317582</c:v>
                </c:pt>
                <c:pt idx="146">
                  <c:v>0.016645668</c:v>
                </c:pt>
                <c:pt idx="147">
                  <c:v>-0.029552603</c:v>
                </c:pt>
                <c:pt idx="148">
                  <c:v>-0.018358292</c:v>
                </c:pt>
                <c:pt idx="149">
                  <c:v>-0.028236166</c:v>
                </c:pt>
                <c:pt idx="150">
                  <c:v>0.02567324</c:v>
                </c:pt>
                <c:pt idx="151">
                  <c:v>0.014621329</c:v>
                </c:pt>
                <c:pt idx="152">
                  <c:v>-0.013440129</c:v>
                </c:pt>
                <c:pt idx="153">
                  <c:v>0.018797936</c:v>
                </c:pt>
                <c:pt idx="154">
                  <c:v>0.015752856</c:v>
                </c:pt>
                <c:pt idx="155">
                  <c:v>-0.022500983</c:v>
                </c:pt>
                <c:pt idx="156">
                  <c:v>0.01318156</c:v>
                </c:pt>
                <c:pt idx="157">
                  <c:v>-0.011996363</c:v>
                </c:pt>
                <c:pt idx="158">
                  <c:v>0.020747</c:v>
                </c:pt>
                <c:pt idx="159">
                  <c:v>0.024358336</c:v>
                </c:pt>
                <c:pt idx="160">
                  <c:v>-0.017889986</c:v>
                </c:pt>
                <c:pt idx="161">
                  <c:v>0.016371695</c:v>
                </c:pt>
                <c:pt idx="162">
                  <c:v>0.020271054</c:v>
                </c:pt>
                <c:pt idx="163">
                  <c:v>-0.022180846</c:v>
                </c:pt>
                <c:pt idx="164">
                  <c:v>-0.014556919</c:v>
                </c:pt>
                <c:pt idx="165">
                  <c:v>-0.02357251</c:v>
                </c:pt>
                <c:pt idx="166">
                  <c:v>0.026736451</c:v>
                </c:pt>
                <c:pt idx="167">
                  <c:v>-0.020841084</c:v>
                </c:pt>
                <c:pt idx="168">
                  <c:v>0.024942461</c:v>
                </c:pt>
                <c:pt idx="169">
                  <c:v>0.025478847</c:v>
                </c:pt>
                <c:pt idx="170">
                  <c:v>-0.026432293</c:v>
                </c:pt>
                <c:pt idx="171">
                  <c:v>0.021016218</c:v>
                </c:pt>
                <c:pt idx="172">
                  <c:v>0.02546114</c:v>
                </c:pt>
                <c:pt idx="173">
                  <c:v>0.02356683</c:v>
                </c:pt>
                <c:pt idx="174">
                  <c:v>-0.01584268</c:v>
                </c:pt>
                <c:pt idx="175">
                  <c:v>-0.028782943</c:v>
                </c:pt>
                <c:pt idx="176">
                  <c:v>0.022523183</c:v>
                </c:pt>
                <c:pt idx="177">
                  <c:v>-0.010347697</c:v>
                </c:pt>
                <c:pt idx="178">
                  <c:v>0.023835443</c:v>
                </c:pt>
                <c:pt idx="179">
                  <c:v>-0.018605845</c:v>
                </c:pt>
                <c:pt idx="180">
                  <c:v>-0.015820064</c:v>
                </c:pt>
                <c:pt idx="181">
                  <c:v>-0.023539007</c:v>
                </c:pt>
                <c:pt idx="182">
                  <c:v>0.018194765</c:v>
                </c:pt>
                <c:pt idx="183">
                  <c:v>-0.021639561</c:v>
                </c:pt>
                <c:pt idx="184">
                  <c:v>-0.023515109</c:v>
                </c:pt>
                <c:pt idx="185">
                  <c:v>0.020049937</c:v>
                </c:pt>
                <c:pt idx="186">
                  <c:v>-0.02078006</c:v>
                </c:pt>
                <c:pt idx="187">
                  <c:v>0.01988527</c:v>
                </c:pt>
                <c:pt idx="188">
                  <c:v>-0.018603854</c:v>
                </c:pt>
                <c:pt idx="189">
                  <c:v>0.022078715</c:v>
                </c:pt>
                <c:pt idx="190">
                  <c:v>0.026267242</c:v>
                </c:pt>
                <c:pt idx="191">
                  <c:v>0.02615098</c:v>
                </c:pt>
                <c:pt idx="192">
                  <c:v>0.025293522</c:v>
                </c:pt>
                <c:pt idx="193">
                  <c:v>-0.02822898</c:v>
                </c:pt>
                <c:pt idx="194">
                  <c:v>0.018085688</c:v>
                </c:pt>
                <c:pt idx="195">
                  <c:v>0.014405342</c:v>
                </c:pt>
                <c:pt idx="196">
                  <c:v>0.022840226</c:v>
                </c:pt>
                <c:pt idx="197">
                  <c:v>0.016569952</c:v>
                </c:pt>
                <c:pt idx="198">
                  <c:v>0.014907647</c:v>
                </c:pt>
                <c:pt idx="199">
                  <c:v>0.01998778</c:v>
                </c:pt>
                <c:pt idx="200">
                  <c:v>-0.022743925</c:v>
                </c:pt>
                <c:pt idx="201">
                  <c:v>0.022639783</c:v>
                </c:pt>
                <c:pt idx="202">
                  <c:v>-0.01846015</c:v>
                </c:pt>
                <c:pt idx="203">
                  <c:v>-0.009535231</c:v>
                </c:pt>
                <c:pt idx="204">
                  <c:v>0.014969561</c:v>
                </c:pt>
                <c:pt idx="205">
                  <c:v>-0.02903158</c:v>
                </c:pt>
                <c:pt idx="206">
                  <c:v>0.008362499</c:v>
                </c:pt>
                <c:pt idx="207">
                  <c:v>-0.012719861</c:v>
                </c:pt>
                <c:pt idx="208">
                  <c:v>0.0026578847</c:v>
                </c:pt>
                <c:pt idx="209">
                  <c:v>0.019511301</c:v>
                </c:pt>
                <c:pt idx="210">
                  <c:v>0.018702138</c:v>
                </c:pt>
                <c:pt idx="211">
                  <c:v>-0.019620895</c:v>
                </c:pt>
                <c:pt idx="212">
                  <c:v>-0.011876379</c:v>
                </c:pt>
                <c:pt idx="213">
                  <c:v>-0.012031898</c:v>
                </c:pt>
                <c:pt idx="214">
                  <c:v>0.021956814</c:v>
                </c:pt>
                <c:pt idx="215">
                  <c:v>-0.017962568</c:v>
                </c:pt>
                <c:pt idx="216">
                  <c:v>-0.018619154</c:v>
                </c:pt>
                <c:pt idx="217">
                  <c:v>-0.024278702</c:v>
                </c:pt>
                <c:pt idx="218">
                  <c:v>0.017987756</c:v>
                </c:pt>
                <c:pt idx="219">
                  <c:v>-0.029616544</c:v>
                </c:pt>
                <c:pt idx="220">
                  <c:v>-0.0217394</c:v>
                </c:pt>
                <c:pt idx="221">
                  <c:v>0.028038045</c:v>
                </c:pt>
                <c:pt idx="222">
                  <c:v>0.014131536</c:v>
                </c:pt>
                <c:pt idx="223">
                  <c:v>-0.01631261</c:v>
                </c:pt>
                <c:pt idx="224">
                  <c:v>0.020870853</c:v>
                </c:pt>
                <c:pt idx="225">
                  <c:v>0.025509095</c:v>
                </c:pt>
                <c:pt idx="226">
                  <c:v>-0.040132858</c:v>
                </c:pt>
                <c:pt idx="227">
                  <c:v>-0.012004489</c:v>
                </c:pt>
                <c:pt idx="228">
                  <c:v>-0.017498221</c:v>
                </c:pt>
                <c:pt idx="229">
                  <c:v>0.024292246</c:v>
                </c:pt>
                <c:pt idx="230">
                  <c:v>-0.016208861</c:v>
                </c:pt>
                <c:pt idx="231">
                  <c:v>0.024428107</c:v>
                </c:pt>
                <c:pt idx="232">
                  <c:v>0.010735548</c:v>
                </c:pt>
                <c:pt idx="233">
                  <c:v>0.0062376563</c:v>
                </c:pt>
                <c:pt idx="234">
                  <c:v>0.013589344</c:v>
                </c:pt>
                <c:pt idx="235">
                  <c:v>-0.026702862</c:v>
                </c:pt>
                <c:pt idx="236">
                  <c:v>0.020764567</c:v>
                </c:pt>
                <c:pt idx="237">
                  <c:v>0.02074456</c:v>
                </c:pt>
                <c:pt idx="238">
                  <c:v>0.018066423</c:v>
                </c:pt>
                <c:pt idx="239">
                  <c:v>0.020935018</c:v>
                </c:pt>
                <c:pt idx="240">
                  <c:v>-0.014649329</c:v>
                </c:pt>
                <c:pt idx="241">
                  <c:v>-0.024130672</c:v>
                </c:pt>
                <c:pt idx="242">
                  <c:v>0.02042527</c:v>
                </c:pt>
                <c:pt idx="243">
                  <c:v>0.0153236305</c:v>
                </c:pt>
                <c:pt idx="244">
                  <c:v>-0.023570389</c:v>
                </c:pt>
                <c:pt idx="245">
                  <c:v>-0.018570768</c:v>
                </c:pt>
                <c:pt idx="246">
                  <c:v>-0.02393807</c:v>
                </c:pt>
                <c:pt idx="247">
                  <c:v>-0.021548674</c:v>
                </c:pt>
                <c:pt idx="248">
                  <c:v>0.017112253</c:v>
                </c:pt>
                <c:pt idx="249">
                  <c:v>0.02582804</c:v>
                </c:pt>
                <c:pt idx="250">
                  <c:v>0.019368837</c:v>
                </c:pt>
                <c:pt idx="251">
                  <c:v>-0.022642588</c:v>
                </c:pt>
                <c:pt idx="252">
                  <c:v>-0.022715013</c:v>
                </c:pt>
                <c:pt idx="253">
                  <c:v>-0.019000493</c:v>
                </c:pt>
                <c:pt idx="254">
                  <c:v>-0.02390499</c:v>
                </c:pt>
                <c:pt idx="255">
                  <c:v>0.022175964</c:v>
                </c:pt>
                <c:pt idx="256">
                  <c:v>0.02170447</c:v>
                </c:pt>
                <c:pt idx="257">
                  <c:v>-0.024110282</c:v>
                </c:pt>
                <c:pt idx="258">
                  <c:v>0.017712638</c:v>
                </c:pt>
                <c:pt idx="259">
                  <c:v>-0.025795942</c:v>
                </c:pt>
                <c:pt idx="260">
                  <c:v>-0.019812211</c:v>
                </c:pt>
                <c:pt idx="261">
                  <c:v>-0.01938801</c:v>
                </c:pt>
                <c:pt idx="262">
                  <c:v>-0.02106449</c:v>
                </c:pt>
                <c:pt idx="263">
                  <c:v>0.012518412</c:v>
                </c:pt>
                <c:pt idx="264">
                  <c:v>-0.019376382</c:v>
                </c:pt>
                <c:pt idx="265">
                  <c:v>-0.019345298</c:v>
                </c:pt>
                <c:pt idx="266">
                  <c:v>-0.021982059</c:v>
                </c:pt>
                <c:pt idx="267">
                  <c:v>0.019483224</c:v>
                </c:pt>
                <c:pt idx="268">
                  <c:v>0.012059157</c:v>
                </c:pt>
                <c:pt idx="269">
                  <c:v>0.012401427</c:v>
                </c:pt>
                <c:pt idx="270">
                  <c:v>-0.01803963</c:v>
                </c:pt>
                <c:pt idx="271">
                  <c:v>0.019223236</c:v>
                </c:pt>
                <c:pt idx="272">
                  <c:v>0.017541593</c:v>
                </c:pt>
                <c:pt idx="273">
                  <c:v>-0.027321111</c:v>
                </c:pt>
                <c:pt idx="274">
                  <c:v>0.025377138</c:v>
                </c:pt>
                <c:pt idx="275">
                  <c:v>-0.022279441</c:v>
                </c:pt>
                <c:pt idx="276">
                  <c:v>-0.01457895</c:v>
                </c:pt>
                <c:pt idx="277">
                  <c:v>-0.023193827</c:v>
                </c:pt>
                <c:pt idx="278">
                  <c:v>-0.01652005</c:v>
                </c:pt>
                <c:pt idx="279">
                  <c:v>0.026643263</c:v>
                </c:pt>
                <c:pt idx="280">
                  <c:v>-0.029534835</c:v>
                </c:pt>
                <c:pt idx="281">
                  <c:v>0.019407446</c:v>
                </c:pt>
                <c:pt idx="282">
                  <c:v>0.024821294</c:v>
                </c:pt>
                <c:pt idx="283">
                  <c:v>0.0136881005</c:v>
                </c:pt>
                <c:pt idx="284">
                  <c:v>0.019958714</c:v>
                </c:pt>
                <c:pt idx="285">
                  <c:v>0.019148106</c:v>
                </c:pt>
                <c:pt idx="286">
                  <c:v>-0.02108399</c:v>
                </c:pt>
                <c:pt idx="287">
                  <c:v>0.014154914</c:v>
                </c:pt>
                <c:pt idx="288">
                  <c:v>0.019083569</c:v>
                </c:pt>
                <c:pt idx="289">
                  <c:v>-0.017273182</c:v>
                </c:pt>
                <c:pt idx="290">
                  <c:v>-0.025055628</c:v>
                </c:pt>
                <c:pt idx="291">
                  <c:v>-0.027234783</c:v>
                </c:pt>
                <c:pt idx="292">
                  <c:v>-0.023367481</c:v>
                </c:pt>
                <c:pt idx="293">
                  <c:v>0.012596663</c:v>
                </c:pt>
                <c:pt idx="294">
                  <c:v>-0.021023914</c:v>
                </c:pt>
                <c:pt idx="295">
                  <c:v>-0.024416748</c:v>
                </c:pt>
                <c:pt idx="296">
                  <c:v>0.0223786</c:v>
                </c:pt>
                <c:pt idx="297">
                  <c:v>0.016428124</c:v>
                </c:pt>
                <c:pt idx="298">
                  <c:v>-0.029975232</c:v>
                </c:pt>
                <c:pt idx="299">
                  <c:v>-0.030776503</c:v>
                </c:pt>
                <c:pt idx="300">
                  <c:v>0.026473196</c:v>
                </c:pt>
                <c:pt idx="301">
                  <c:v>-0.024552813</c:v>
                </c:pt>
                <c:pt idx="302">
                  <c:v>0.014590829</c:v>
                </c:pt>
                <c:pt idx="303">
                  <c:v>-0.016815241</c:v>
                </c:pt>
                <c:pt idx="304">
                  <c:v>0.012184821</c:v>
                </c:pt>
                <c:pt idx="305">
                  <c:v>0.023156967</c:v>
                </c:pt>
                <c:pt idx="306">
                  <c:v>-0.022915322</c:v>
                </c:pt>
                <c:pt idx="307">
                  <c:v>0.004318066</c:v>
                </c:pt>
                <c:pt idx="308">
                  <c:v>-0.016995843</c:v>
                </c:pt>
                <c:pt idx="309">
                  <c:v>-0.02572469</c:v>
                </c:pt>
                <c:pt idx="310">
                  <c:v>0.028991232</c:v>
                </c:pt>
                <c:pt idx="311">
                  <c:v>0.027728826</c:v>
                </c:pt>
                <c:pt idx="312">
                  <c:v>-0.022723312</c:v>
                </c:pt>
                <c:pt idx="313">
                  <c:v>0.0014416816</c:v>
                </c:pt>
                <c:pt idx="314">
                  <c:v>-0.024581954</c:v>
                </c:pt>
                <c:pt idx="315">
                  <c:v>0.024244811</c:v>
                </c:pt>
                <c:pt idx="316">
                  <c:v>0.0010096728</c:v>
                </c:pt>
                <c:pt idx="317">
                  <c:v>0.014087895</c:v>
                </c:pt>
                <c:pt idx="318">
                  <c:v>-0.027203863</c:v>
                </c:pt>
                <c:pt idx="319">
                  <c:v>0.015523678</c:v>
                </c:pt>
                <c:pt idx="320">
                  <c:v>-0.01549822</c:v>
                </c:pt>
                <c:pt idx="321">
                  <c:v>0.03426564</c:v>
                </c:pt>
                <c:pt idx="322">
                  <c:v>0.018315185</c:v>
                </c:pt>
                <c:pt idx="323">
                  <c:v>0.017805368</c:v>
                </c:pt>
                <c:pt idx="324">
                  <c:v>-0.023417361</c:v>
                </c:pt>
                <c:pt idx="325">
                  <c:v>0.01708013</c:v>
                </c:pt>
                <c:pt idx="326">
                  <c:v>-0.026459135</c:v>
                </c:pt>
                <c:pt idx="327">
                  <c:v>0.002944516</c:v>
                </c:pt>
                <c:pt idx="328">
                  <c:v>0.027264701</c:v>
                </c:pt>
                <c:pt idx="329">
                  <c:v>0.022943715</c:v>
                </c:pt>
                <c:pt idx="330">
                  <c:v>-0.014449337</c:v>
                </c:pt>
                <c:pt idx="331">
                  <c:v>-0.035700276</c:v>
                </c:pt>
                <c:pt idx="332">
                  <c:v>-0.014073528</c:v>
                </c:pt>
                <c:pt idx="333">
                  <c:v>0.021635367</c:v>
                </c:pt>
                <c:pt idx="334">
                  <c:v>-0.01626468</c:v>
                </c:pt>
                <c:pt idx="335">
                  <c:v>-0.03369113</c:v>
                </c:pt>
                <c:pt idx="336">
                  <c:v>-0.021925963</c:v>
                </c:pt>
                <c:pt idx="337">
                  <c:v>-0.027842132</c:v>
                </c:pt>
                <c:pt idx="338">
                  <c:v>-0.024307622</c:v>
                </c:pt>
              </c:numCache>
            </c:numRef>
          </c:yVal>
        </c:ser>
        <c:ser>
          <c:idx val="1"/>
          <c:order val="1"/>
          <c:tx>
            <c:v>11–100</c:v>
          </c:tx>
          <c:spPr>
            <a:solidFill xmlns:a="http://schemas.openxmlformats.org/drawingml/2006/main">
              <a:srgbClr val="D8802E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D8802E"/>
              </a:solidFill>
            </c:spPr>
          </c:marker>
          <c:xVal>
            <c:numRef>
              <c:f>'Chart Data'!$C$2:$C$385</c:f>
              <c:numCache>
                <c:formatCode>General</c:formatCode>
                <c:ptCount val="384"/>
                <c:pt idx="0">
                  <c:v>4.78</c:v>
                </c:pt>
                <c:pt idx="1">
                  <c:v>5</c:v>
                </c:pt>
                <c:pt idx="2">
                  <c:v>4.64</c:v>
                </c:pt>
                <c:pt idx="3">
                  <c:v>5</c:v>
                </c:pt>
                <c:pt idx="4">
                  <c:v>4.45</c:v>
                </c:pt>
                <c:pt idx="5">
                  <c:v>4.9</c:v>
                </c:pt>
                <c:pt idx="6">
                  <c:v>4.42</c:v>
                </c:pt>
                <c:pt idx="7">
                  <c:v>5</c:v>
                </c:pt>
                <c:pt idx="8">
                  <c:v>4.56</c:v>
                </c:pt>
                <c:pt idx="9">
                  <c:v>5</c:v>
                </c:pt>
                <c:pt idx="10">
                  <c:v>4.52</c:v>
                </c:pt>
                <c:pt idx="11">
                  <c:v>4.91</c:v>
                </c:pt>
                <c:pt idx="12">
                  <c:v>4.82</c:v>
                </c:pt>
                <c:pt idx="13">
                  <c:v>4.9</c:v>
                </c:pt>
                <c:pt idx="14">
                  <c:v>4.57</c:v>
                </c:pt>
                <c:pt idx="15">
                  <c:v>4.86</c:v>
                </c:pt>
                <c:pt idx="16">
                  <c:v>4.94</c:v>
                </c:pt>
                <c:pt idx="17">
                  <c:v>4.62</c:v>
                </c:pt>
                <c:pt idx="18">
                  <c:v>4.88</c:v>
                </c:pt>
                <c:pt idx="19">
                  <c:v>4.64</c:v>
                </c:pt>
                <c:pt idx="20">
                  <c:v>4.52</c:v>
                </c:pt>
                <c:pt idx="21">
                  <c:v>5</c:v>
                </c:pt>
                <c:pt idx="22">
                  <c:v>5</c:v>
                </c:pt>
                <c:pt idx="23">
                  <c:v>4.13</c:v>
                </c:pt>
                <c:pt idx="24">
                  <c:v>4.96</c:v>
                </c:pt>
                <c:pt idx="25">
                  <c:v>4.99</c:v>
                </c:pt>
                <c:pt idx="26">
                  <c:v>4.78</c:v>
                </c:pt>
                <c:pt idx="27">
                  <c:v>4.63</c:v>
                </c:pt>
                <c:pt idx="28">
                  <c:v>4.45</c:v>
                </c:pt>
                <c:pt idx="29">
                  <c:v>4.92</c:v>
                </c:pt>
                <c:pt idx="30">
                  <c:v>4.77</c:v>
                </c:pt>
                <c:pt idx="31">
                  <c:v>3.97</c:v>
                </c:pt>
                <c:pt idx="32">
                  <c:v>4.77</c:v>
                </c:pt>
                <c:pt idx="33">
                  <c:v>4.96</c:v>
                </c:pt>
                <c:pt idx="34">
                  <c:v>4.74</c:v>
                </c:pt>
                <c:pt idx="35">
                  <c:v>4.96</c:v>
                </c:pt>
                <c:pt idx="36">
                  <c:v>4.74</c:v>
                </c:pt>
                <c:pt idx="37">
                  <c:v>4.67</c:v>
                </c:pt>
                <c:pt idx="38">
                  <c:v>4.79</c:v>
                </c:pt>
                <c:pt idx="39">
                  <c:v>4.67</c:v>
                </c:pt>
                <c:pt idx="40">
                  <c:v>4.89</c:v>
                </c:pt>
                <c:pt idx="41">
                  <c:v>4.89</c:v>
                </c:pt>
                <c:pt idx="42">
                  <c:v>4.58</c:v>
                </c:pt>
                <c:pt idx="43">
                  <c:v>4.42</c:v>
                </c:pt>
                <c:pt idx="44">
                  <c:v>4.5</c:v>
                </c:pt>
                <c:pt idx="45">
                  <c:v>4.78</c:v>
                </c:pt>
                <c:pt idx="46">
                  <c:v>4.73</c:v>
                </c:pt>
                <c:pt idx="47">
                  <c:v>4.72</c:v>
                </c:pt>
                <c:pt idx="48">
                  <c:v>4.74</c:v>
                </c:pt>
                <c:pt idx="49">
                  <c:v>4.52</c:v>
                </c:pt>
                <c:pt idx="50">
                  <c:v>4.71</c:v>
                </c:pt>
                <c:pt idx="51">
                  <c:v>4.82</c:v>
                </c:pt>
                <c:pt idx="52">
                  <c:v>4.68</c:v>
                </c:pt>
                <c:pt idx="53">
                  <c:v>4.86</c:v>
                </c:pt>
                <c:pt idx="54">
                  <c:v>4.82</c:v>
                </c:pt>
                <c:pt idx="55">
                  <c:v>4.69</c:v>
                </c:pt>
                <c:pt idx="56">
                  <c:v>4.99</c:v>
                </c:pt>
                <c:pt idx="57">
                  <c:v>4.87</c:v>
                </c:pt>
                <c:pt idx="58">
                  <c:v>4.92</c:v>
                </c:pt>
                <c:pt idx="59">
                  <c:v>4.92</c:v>
                </c:pt>
                <c:pt idx="60">
                  <c:v>4.51</c:v>
                </c:pt>
                <c:pt idx="61">
                  <c:v>4.7</c:v>
                </c:pt>
                <c:pt idx="62">
                  <c:v>4.79</c:v>
                </c:pt>
                <c:pt idx="63">
                  <c:v>4.79</c:v>
                </c:pt>
                <c:pt idx="64">
                  <c:v>4.77</c:v>
                </c:pt>
                <c:pt idx="65">
                  <c:v>4.58</c:v>
                </c:pt>
                <c:pt idx="66">
                  <c:v>4.95</c:v>
                </c:pt>
                <c:pt idx="67">
                  <c:v>4.33</c:v>
                </c:pt>
                <c:pt idx="68">
                  <c:v>5</c:v>
                </c:pt>
                <c:pt idx="69">
                  <c:v>4.48</c:v>
                </c:pt>
                <c:pt idx="70">
                  <c:v>4.54</c:v>
                </c:pt>
                <c:pt idx="71">
                  <c:v>4.8</c:v>
                </c:pt>
                <c:pt idx="72">
                  <c:v>4.67</c:v>
                </c:pt>
                <c:pt idx="73">
                  <c:v>4.92</c:v>
                </c:pt>
                <c:pt idx="74">
                  <c:v>4.88</c:v>
                </c:pt>
                <c:pt idx="75">
                  <c:v>4.72</c:v>
                </c:pt>
                <c:pt idx="76">
                  <c:v>4.78</c:v>
                </c:pt>
                <c:pt idx="77">
                  <c:v>4.46</c:v>
                </c:pt>
                <c:pt idx="78">
                  <c:v>4.19</c:v>
                </c:pt>
                <c:pt idx="79">
                  <c:v>4.89</c:v>
                </c:pt>
                <c:pt idx="80">
                  <c:v>4.73</c:v>
                </c:pt>
                <c:pt idx="81">
                  <c:v>4.76</c:v>
                </c:pt>
                <c:pt idx="82">
                  <c:v>5</c:v>
                </c:pt>
                <c:pt idx="83">
                  <c:v>4.94</c:v>
                </c:pt>
                <c:pt idx="84">
                  <c:v>4.8</c:v>
                </c:pt>
                <c:pt idx="85">
                  <c:v>4.38</c:v>
                </c:pt>
                <c:pt idx="86">
                  <c:v>5</c:v>
                </c:pt>
                <c:pt idx="87">
                  <c:v>4.5</c:v>
                </c:pt>
                <c:pt idx="88">
                  <c:v>4.81</c:v>
                </c:pt>
                <c:pt idx="89">
                  <c:v>4.79</c:v>
                </c:pt>
                <c:pt idx="90">
                  <c:v>4.56</c:v>
                </c:pt>
                <c:pt idx="91">
                  <c:v>4.85</c:v>
                </c:pt>
                <c:pt idx="92">
                  <c:v>4.69</c:v>
                </c:pt>
                <c:pt idx="93">
                  <c:v>4.94</c:v>
                </c:pt>
                <c:pt idx="94">
                  <c:v>4.68</c:v>
                </c:pt>
                <c:pt idx="95">
                  <c:v>4.63</c:v>
                </c:pt>
                <c:pt idx="96">
                  <c:v>4.89</c:v>
                </c:pt>
                <c:pt idx="97">
                  <c:v>4.63</c:v>
                </c:pt>
                <c:pt idx="98">
                  <c:v>4.69</c:v>
                </c:pt>
                <c:pt idx="99">
                  <c:v>4.42</c:v>
                </c:pt>
                <c:pt idx="100">
                  <c:v>4.51</c:v>
                </c:pt>
                <c:pt idx="101">
                  <c:v>4.86</c:v>
                </c:pt>
                <c:pt idx="102">
                  <c:v>4.61</c:v>
                </c:pt>
                <c:pt idx="103">
                  <c:v>4.2</c:v>
                </c:pt>
                <c:pt idx="104">
                  <c:v>5</c:v>
                </c:pt>
                <c:pt idx="105">
                  <c:v>4.92</c:v>
                </c:pt>
                <c:pt idx="106">
                  <c:v>4.74</c:v>
                </c:pt>
                <c:pt idx="107">
                  <c:v>4.58</c:v>
                </c:pt>
                <c:pt idx="108">
                  <c:v>4.61</c:v>
                </c:pt>
                <c:pt idx="109">
                  <c:v>5</c:v>
                </c:pt>
                <c:pt idx="110">
                  <c:v>4.36</c:v>
                </c:pt>
                <c:pt idx="111">
                  <c:v>4.18</c:v>
                </c:pt>
                <c:pt idx="112">
                  <c:v>4.92</c:v>
                </c:pt>
                <c:pt idx="113">
                  <c:v>4.6</c:v>
                </c:pt>
                <c:pt idx="114">
                  <c:v>4.46</c:v>
                </c:pt>
                <c:pt idx="115">
                  <c:v>4.88</c:v>
                </c:pt>
                <c:pt idx="116">
                  <c:v>4.82</c:v>
                </c:pt>
                <c:pt idx="117">
                  <c:v>4.75</c:v>
                </c:pt>
                <c:pt idx="118">
                  <c:v>4.42</c:v>
                </c:pt>
                <c:pt idx="119">
                  <c:v>4.3</c:v>
                </c:pt>
                <c:pt idx="120">
                  <c:v>4.53</c:v>
                </c:pt>
                <c:pt idx="121">
                  <c:v>5</c:v>
                </c:pt>
                <c:pt idx="122">
                  <c:v>5</c:v>
                </c:pt>
                <c:pt idx="123">
                  <c:v>4.75</c:v>
                </c:pt>
                <c:pt idx="124">
                  <c:v>4.81</c:v>
                </c:pt>
                <c:pt idx="125">
                  <c:v>4.58</c:v>
                </c:pt>
                <c:pt idx="126">
                  <c:v>4.82</c:v>
                </c:pt>
                <c:pt idx="127">
                  <c:v>4.93</c:v>
                </c:pt>
                <c:pt idx="128">
                  <c:v>4.57</c:v>
                </c:pt>
                <c:pt idx="129">
                  <c:v>4.78</c:v>
                </c:pt>
                <c:pt idx="130">
                  <c:v>4.82</c:v>
                </c:pt>
                <c:pt idx="131">
                  <c:v>4.66</c:v>
                </c:pt>
                <c:pt idx="132">
                  <c:v>4.55</c:v>
                </c:pt>
                <c:pt idx="133">
                  <c:v>5</c:v>
                </c:pt>
                <c:pt idx="134">
                  <c:v>4.55</c:v>
                </c:pt>
                <c:pt idx="135">
                  <c:v>4.71</c:v>
                </c:pt>
                <c:pt idx="136">
                  <c:v>4.77</c:v>
                </c:pt>
                <c:pt idx="137">
                  <c:v>4.97</c:v>
                </c:pt>
                <c:pt idx="138">
                  <c:v>4.53</c:v>
                </c:pt>
                <c:pt idx="139">
                  <c:v>4.97</c:v>
                </c:pt>
                <c:pt idx="140">
                  <c:v>5</c:v>
                </c:pt>
                <c:pt idx="141">
                  <c:v>4.85</c:v>
                </c:pt>
                <c:pt idx="142">
                  <c:v>4.97</c:v>
                </c:pt>
                <c:pt idx="143">
                  <c:v>4.31</c:v>
                </c:pt>
                <c:pt idx="144">
                  <c:v>4.46</c:v>
                </c:pt>
                <c:pt idx="145">
                  <c:v>4.82</c:v>
                </c:pt>
                <c:pt idx="146">
                  <c:v>4.96</c:v>
                </c:pt>
                <c:pt idx="147">
                  <c:v>4.92</c:v>
                </c:pt>
                <c:pt idx="148">
                  <c:v>5</c:v>
                </c:pt>
                <c:pt idx="149">
                  <c:v>4.91</c:v>
                </c:pt>
                <c:pt idx="150">
                  <c:v>4.82</c:v>
                </c:pt>
                <c:pt idx="151">
                  <c:v>3.95</c:v>
                </c:pt>
                <c:pt idx="152">
                  <c:v>4.96</c:v>
                </c:pt>
                <c:pt idx="153">
                  <c:v>5</c:v>
                </c:pt>
                <c:pt idx="154">
                  <c:v>4.36</c:v>
                </c:pt>
                <c:pt idx="155">
                  <c:v>4.65</c:v>
                </c:pt>
                <c:pt idx="156">
                  <c:v>4.75</c:v>
                </c:pt>
                <c:pt idx="157">
                  <c:v>4.97</c:v>
                </c:pt>
                <c:pt idx="158">
                  <c:v>4.3</c:v>
                </c:pt>
                <c:pt idx="159">
                  <c:v>4.98</c:v>
                </c:pt>
                <c:pt idx="160">
                  <c:v>4.9</c:v>
                </c:pt>
                <c:pt idx="161">
                  <c:v>4.89</c:v>
                </c:pt>
                <c:pt idx="162">
                  <c:v>4.63</c:v>
                </c:pt>
                <c:pt idx="163">
                  <c:v>4.95</c:v>
                </c:pt>
                <c:pt idx="164">
                  <c:v>4.63</c:v>
                </c:pt>
                <c:pt idx="165">
                  <c:v>5</c:v>
                </c:pt>
                <c:pt idx="166">
                  <c:v>4.82</c:v>
                </c:pt>
                <c:pt idx="167">
                  <c:v>4.8</c:v>
                </c:pt>
                <c:pt idx="168">
                  <c:v>4.94</c:v>
                </c:pt>
                <c:pt idx="169">
                  <c:v>4.92</c:v>
                </c:pt>
                <c:pt idx="170">
                  <c:v>4.96</c:v>
                </c:pt>
                <c:pt idx="171">
                  <c:v>4.64</c:v>
                </c:pt>
                <c:pt idx="172">
                  <c:v>4.85</c:v>
                </c:pt>
                <c:pt idx="173">
                  <c:v>4.5</c:v>
                </c:pt>
                <c:pt idx="174">
                  <c:v>5</c:v>
                </c:pt>
                <c:pt idx="175">
                  <c:v>4.89</c:v>
                </c:pt>
                <c:pt idx="176">
                  <c:v>4.88</c:v>
                </c:pt>
                <c:pt idx="177">
                  <c:v>4.72</c:v>
                </c:pt>
                <c:pt idx="178">
                  <c:v>4.87</c:v>
                </c:pt>
                <c:pt idx="179">
                  <c:v>4.53</c:v>
                </c:pt>
                <c:pt idx="180">
                  <c:v>4.47</c:v>
                </c:pt>
                <c:pt idx="181">
                  <c:v>4.4</c:v>
                </c:pt>
                <c:pt idx="182">
                  <c:v>4.31</c:v>
                </c:pt>
                <c:pt idx="183">
                  <c:v>5</c:v>
                </c:pt>
                <c:pt idx="184">
                  <c:v>4.88</c:v>
                </c:pt>
                <c:pt idx="185">
                  <c:v>4.75</c:v>
                </c:pt>
                <c:pt idx="186">
                  <c:v>4.54</c:v>
                </c:pt>
                <c:pt idx="187">
                  <c:v>4.87</c:v>
                </c:pt>
                <c:pt idx="188">
                  <c:v>4.96</c:v>
                </c:pt>
                <c:pt idx="189">
                  <c:v>4.94</c:v>
                </c:pt>
                <c:pt idx="190">
                  <c:v>4.83</c:v>
                </c:pt>
                <c:pt idx="191">
                  <c:v>4.83</c:v>
                </c:pt>
                <c:pt idx="192">
                  <c:v>4.85</c:v>
                </c:pt>
                <c:pt idx="193">
                  <c:v>4.97</c:v>
                </c:pt>
                <c:pt idx="194">
                  <c:v>4.73</c:v>
                </c:pt>
                <c:pt idx="195">
                  <c:v>4.74</c:v>
                </c:pt>
                <c:pt idx="196">
                  <c:v>4.91</c:v>
                </c:pt>
                <c:pt idx="197">
                  <c:v>4.75</c:v>
                </c:pt>
                <c:pt idx="198">
                  <c:v>4.53</c:v>
                </c:pt>
                <c:pt idx="199">
                  <c:v>4.7</c:v>
                </c:pt>
                <c:pt idx="200">
                  <c:v>5</c:v>
                </c:pt>
                <c:pt idx="201">
                  <c:v>4.88</c:v>
                </c:pt>
                <c:pt idx="202">
                  <c:v>5</c:v>
                </c:pt>
                <c:pt idx="203">
                  <c:v>4.73</c:v>
                </c:pt>
                <c:pt idx="204">
                  <c:v>4.74</c:v>
                </c:pt>
                <c:pt idx="205">
                  <c:v>4.63</c:v>
                </c:pt>
                <c:pt idx="206">
                  <c:v>5</c:v>
                </c:pt>
                <c:pt idx="207">
                  <c:v>4.94</c:v>
                </c:pt>
                <c:pt idx="208">
                  <c:v>4.88</c:v>
                </c:pt>
                <c:pt idx="209">
                  <c:v>4.92</c:v>
                </c:pt>
                <c:pt idx="210">
                  <c:v>5</c:v>
                </c:pt>
                <c:pt idx="211">
                  <c:v>4.98</c:v>
                </c:pt>
                <c:pt idx="212">
                  <c:v>4.89</c:v>
                </c:pt>
                <c:pt idx="213">
                  <c:v>4.74</c:v>
                </c:pt>
                <c:pt idx="214">
                  <c:v>4.95</c:v>
                </c:pt>
                <c:pt idx="215">
                  <c:v>4.84</c:v>
                </c:pt>
                <c:pt idx="216">
                  <c:v>4.35</c:v>
                </c:pt>
                <c:pt idx="217">
                  <c:v>4.59</c:v>
                </c:pt>
                <c:pt idx="218">
                  <c:v>4.95</c:v>
                </c:pt>
                <c:pt idx="219">
                  <c:v>4.95</c:v>
                </c:pt>
                <c:pt idx="220">
                  <c:v>4.81</c:v>
                </c:pt>
                <c:pt idx="221">
                  <c:v>4.61</c:v>
                </c:pt>
                <c:pt idx="222">
                  <c:v>4.81</c:v>
                </c:pt>
                <c:pt idx="223">
                  <c:v>4.96</c:v>
                </c:pt>
                <c:pt idx="224">
                  <c:v>3.91</c:v>
                </c:pt>
                <c:pt idx="225">
                  <c:v>4.47</c:v>
                </c:pt>
                <c:pt idx="226">
                  <c:v>5</c:v>
                </c:pt>
                <c:pt idx="227">
                  <c:v>4.88</c:v>
                </c:pt>
                <c:pt idx="228">
                  <c:v>4.64</c:v>
                </c:pt>
                <c:pt idx="229">
                  <c:v>4.81</c:v>
                </c:pt>
                <c:pt idx="230">
                  <c:v>4.89</c:v>
                </c:pt>
                <c:pt idx="231">
                  <c:v>4.57</c:v>
                </c:pt>
                <c:pt idx="232">
                  <c:v>4.91</c:v>
                </c:pt>
                <c:pt idx="233">
                  <c:v>4.76</c:v>
                </c:pt>
                <c:pt idx="234">
                  <c:v>4.91</c:v>
                </c:pt>
                <c:pt idx="235">
                  <c:v>4.53</c:v>
                </c:pt>
                <c:pt idx="236">
                  <c:v>4.67</c:v>
                </c:pt>
                <c:pt idx="237">
                  <c:v>5</c:v>
                </c:pt>
                <c:pt idx="238">
                  <c:v>4.84</c:v>
                </c:pt>
                <c:pt idx="239">
                  <c:v>4.51</c:v>
                </c:pt>
                <c:pt idx="240">
                  <c:v>4.59</c:v>
                </c:pt>
                <c:pt idx="241">
                  <c:v>4.46</c:v>
                </c:pt>
                <c:pt idx="242">
                  <c:v>4.79</c:v>
                </c:pt>
                <c:pt idx="243">
                  <c:v>4.77</c:v>
                </c:pt>
                <c:pt idx="244">
                  <c:v>4.81</c:v>
                </c:pt>
                <c:pt idx="245">
                  <c:v>4.82</c:v>
                </c:pt>
                <c:pt idx="246">
                  <c:v>4.73</c:v>
                </c:pt>
                <c:pt idx="247">
                  <c:v>4.55</c:v>
                </c:pt>
                <c:pt idx="248">
                  <c:v>5</c:v>
                </c:pt>
                <c:pt idx="249">
                  <c:v>5</c:v>
                </c:pt>
                <c:pt idx="250">
                  <c:v>4.15</c:v>
                </c:pt>
                <c:pt idx="251">
                  <c:v>4.69</c:v>
                </c:pt>
                <c:pt idx="252">
                  <c:v>4.93</c:v>
                </c:pt>
                <c:pt idx="253">
                  <c:v>4.55</c:v>
                </c:pt>
                <c:pt idx="254">
                  <c:v>5</c:v>
                </c:pt>
                <c:pt idx="255">
                  <c:v>4.54</c:v>
                </c:pt>
                <c:pt idx="256">
                  <c:v>4.91</c:v>
                </c:pt>
                <c:pt idx="257">
                  <c:v>4.61</c:v>
                </c:pt>
                <c:pt idx="258">
                  <c:v>4.36</c:v>
                </c:pt>
                <c:pt idx="259">
                  <c:v>4.95</c:v>
                </c:pt>
                <c:pt idx="260">
                  <c:v>4.75</c:v>
                </c:pt>
                <c:pt idx="261">
                  <c:v>4.89</c:v>
                </c:pt>
                <c:pt idx="262">
                  <c:v>4.69</c:v>
                </c:pt>
                <c:pt idx="263">
                  <c:v>4.73</c:v>
                </c:pt>
                <c:pt idx="264">
                  <c:v>4.23</c:v>
                </c:pt>
                <c:pt idx="265">
                  <c:v>4.76</c:v>
                </c:pt>
                <c:pt idx="266">
                  <c:v>3.98</c:v>
                </c:pt>
                <c:pt idx="267">
                  <c:v>4.88</c:v>
                </c:pt>
                <c:pt idx="268">
                  <c:v>4.86</c:v>
                </c:pt>
                <c:pt idx="269">
                  <c:v>4.99</c:v>
                </c:pt>
                <c:pt idx="270">
                  <c:v>4.73</c:v>
                </c:pt>
                <c:pt idx="271">
                  <c:v>4.84</c:v>
                </c:pt>
                <c:pt idx="272">
                  <c:v>5</c:v>
                </c:pt>
                <c:pt idx="273">
                  <c:v>4.96</c:v>
                </c:pt>
                <c:pt idx="274">
                  <c:v>4.9</c:v>
                </c:pt>
                <c:pt idx="275">
                  <c:v>4.83</c:v>
                </c:pt>
                <c:pt idx="276">
                  <c:v>4.96</c:v>
                </c:pt>
                <c:pt idx="277">
                  <c:v>5</c:v>
                </c:pt>
                <c:pt idx="278">
                  <c:v>4.77</c:v>
                </c:pt>
                <c:pt idx="279">
                  <c:v>4.85</c:v>
                </c:pt>
                <c:pt idx="280">
                  <c:v>4.55</c:v>
                </c:pt>
                <c:pt idx="281">
                  <c:v>4.67</c:v>
                </c:pt>
                <c:pt idx="282">
                  <c:v>4.96</c:v>
                </c:pt>
                <c:pt idx="283">
                  <c:v>4.56</c:v>
                </c:pt>
                <c:pt idx="284">
                  <c:v>4.65</c:v>
                </c:pt>
                <c:pt idx="285">
                  <c:v>4.95</c:v>
                </c:pt>
                <c:pt idx="286">
                  <c:v>4.04</c:v>
                </c:pt>
                <c:pt idx="287">
                  <c:v>4.43</c:v>
                </c:pt>
                <c:pt idx="288">
                  <c:v>4.44</c:v>
                </c:pt>
                <c:pt idx="289">
                  <c:v>4.92</c:v>
                </c:pt>
                <c:pt idx="290">
                  <c:v>4.93</c:v>
                </c:pt>
                <c:pt idx="291">
                  <c:v>4.84</c:v>
                </c:pt>
                <c:pt idx="292">
                  <c:v>4.85</c:v>
                </c:pt>
                <c:pt idx="293">
                  <c:v>4.76</c:v>
                </c:pt>
                <c:pt idx="294">
                  <c:v>4.56</c:v>
                </c:pt>
                <c:pt idx="295">
                  <c:v>4.96</c:v>
                </c:pt>
                <c:pt idx="296">
                  <c:v>4.8</c:v>
                </c:pt>
                <c:pt idx="297">
                  <c:v>4.36</c:v>
                </c:pt>
                <c:pt idx="298">
                  <c:v>4.36</c:v>
                </c:pt>
                <c:pt idx="299">
                  <c:v>5</c:v>
                </c:pt>
                <c:pt idx="300">
                  <c:v>4.87</c:v>
                </c:pt>
                <c:pt idx="301">
                  <c:v>4.97</c:v>
                </c:pt>
                <c:pt idx="302">
                  <c:v>4.73</c:v>
                </c:pt>
                <c:pt idx="303">
                  <c:v>4.84</c:v>
                </c:pt>
                <c:pt idx="304">
                  <c:v>4.92</c:v>
                </c:pt>
                <c:pt idx="305">
                  <c:v>4.94</c:v>
                </c:pt>
                <c:pt idx="306">
                  <c:v>4.95</c:v>
                </c:pt>
                <c:pt idx="307">
                  <c:v>4.8</c:v>
                </c:pt>
                <c:pt idx="308">
                  <c:v>4.2</c:v>
                </c:pt>
                <c:pt idx="309">
                  <c:v>4.81</c:v>
                </c:pt>
                <c:pt idx="310">
                  <c:v>4.91</c:v>
                </c:pt>
                <c:pt idx="311">
                  <c:v>4.29</c:v>
                </c:pt>
                <c:pt idx="312">
                  <c:v>4.85</c:v>
                </c:pt>
                <c:pt idx="313">
                  <c:v>4.91</c:v>
                </c:pt>
                <c:pt idx="314">
                  <c:v>4.77</c:v>
                </c:pt>
                <c:pt idx="315">
                  <c:v>4.68</c:v>
                </c:pt>
                <c:pt idx="316">
                  <c:v>4.87</c:v>
                </c:pt>
                <c:pt idx="317">
                  <c:v>4.95</c:v>
                </c:pt>
                <c:pt idx="318">
                  <c:v>4.86</c:v>
                </c:pt>
                <c:pt idx="319">
                  <c:v>4.89</c:v>
                </c:pt>
                <c:pt idx="320">
                  <c:v>4.56</c:v>
                </c:pt>
                <c:pt idx="321">
                  <c:v>4.56</c:v>
                </c:pt>
                <c:pt idx="322">
                  <c:v>4.94</c:v>
                </c:pt>
                <c:pt idx="323">
                  <c:v>4.88</c:v>
                </c:pt>
                <c:pt idx="324">
                  <c:v>4.64</c:v>
                </c:pt>
                <c:pt idx="325">
                  <c:v>4.83</c:v>
                </c:pt>
                <c:pt idx="326">
                  <c:v>4.25</c:v>
                </c:pt>
                <c:pt idx="327">
                  <c:v>4.65</c:v>
                </c:pt>
                <c:pt idx="328">
                  <c:v>4.85</c:v>
                </c:pt>
                <c:pt idx="329">
                  <c:v>3.63</c:v>
                </c:pt>
                <c:pt idx="330">
                  <c:v>5</c:v>
                </c:pt>
                <c:pt idx="331">
                  <c:v>4.46</c:v>
                </c:pt>
                <c:pt idx="332">
                  <c:v>3.96</c:v>
                </c:pt>
                <c:pt idx="333">
                  <c:v>4.64</c:v>
                </c:pt>
                <c:pt idx="334">
                  <c:v>4.71</c:v>
                </c:pt>
                <c:pt idx="335">
                  <c:v>4.64</c:v>
                </c:pt>
                <c:pt idx="336">
                  <c:v>5</c:v>
                </c:pt>
                <c:pt idx="337">
                  <c:v>4.92</c:v>
                </c:pt>
                <c:pt idx="338">
                  <c:v>4.42</c:v>
                </c:pt>
                <c:pt idx="339">
                  <c:v>4.82</c:v>
                </c:pt>
                <c:pt idx="340">
                  <c:v>4.83</c:v>
                </c:pt>
                <c:pt idx="341">
                  <c:v>4.63</c:v>
                </c:pt>
                <c:pt idx="342">
                  <c:v>4.93</c:v>
                </c:pt>
                <c:pt idx="343">
                  <c:v>4.95</c:v>
                </c:pt>
                <c:pt idx="344">
                  <c:v>4.94</c:v>
                </c:pt>
                <c:pt idx="345">
                  <c:v>4.72</c:v>
                </c:pt>
                <c:pt idx="346">
                  <c:v>4.58</c:v>
                </c:pt>
                <c:pt idx="347">
                  <c:v>4.52</c:v>
                </c:pt>
                <c:pt idx="348">
                  <c:v>5</c:v>
                </c:pt>
                <c:pt idx="349">
                  <c:v>4.97</c:v>
                </c:pt>
                <c:pt idx="350">
                  <c:v>4.88</c:v>
                </c:pt>
                <c:pt idx="351">
                  <c:v>4.91</c:v>
                </c:pt>
                <c:pt idx="352">
                  <c:v>4.6</c:v>
                </c:pt>
                <c:pt idx="353">
                  <c:v>4.91</c:v>
                </c:pt>
                <c:pt idx="354">
                  <c:v>4.75</c:v>
                </c:pt>
                <c:pt idx="355">
                  <c:v>4.95</c:v>
                </c:pt>
                <c:pt idx="356">
                  <c:v>5</c:v>
                </c:pt>
                <c:pt idx="357">
                  <c:v>4.45</c:v>
                </c:pt>
                <c:pt idx="358">
                  <c:v>5</c:v>
                </c:pt>
                <c:pt idx="359">
                  <c:v>4.72</c:v>
                </c:pt>
                <c:pt idx="360">
                  <c:v>4.63</c:v>
                </c:pt>
                <c:pt idx="361">
                  <c:v>4.65</c:v>
                </c:pt>
                <c:pt idx="362">
                  <c:v>4.8</c:v>
                </c:pt>
                <c:pt idx="363">
                  <c:v>4.94</c:v>
                </c:pt>
                <c:pt idx="364">
                  <c:v>4.8</c:v>
                </c:pt>
                <c:pt idx="365">
                  <c:v>4.68</c:v>
                </c:pt>
                <c:pt idx="366">
                  <c:v>4.35</c:v>
                </c:pt>
                <c:pt idx="367">
                  <c:v>4.75</c:v>
                </c:pt>
                <c:pt idx="368">
                  <c:v>4.08</c:v>
                </c:pt>
                <c:pt idx="369">
                  <c:v>4.36</c:v>
                </c:pt>
                <c:pt idx="370">
                  <c:v>4.85</c:v>
                </c:pt>
                <c:pt idx="371">
                  <c:v>4.73</c:v>
                </c:pt>
                <c:pt idx="372">
                  <c:v>4.97</c:v>
                </c:pt>
                <c:pt idx="373">
                  <c:v>5</c:v>
                </c:pt>
                <c:pt idx="374">
                  <c:v>4.14</c:v>
                </c:pt>
                <c:pt idx="375">
                  <c:v>4.74</c:v>
                </c:pt>
                <c:pt idx="376">
                  <c:v>4.71</c:v>
                </c:pt>
                <c:pt idx="377">
                  <c:v>4.77</c:v>
                </c:pt>
                <c:pt idx="378">
                  <c:v>4.82</c:v>
                </c:pt>
                <c:pt idx="379">
                  <c:v>4.68</c:v>
                </c:pt>
                <c:pt idx="380">
                  <c:v>4.97</c:v>
                </c:pt>
                <c:pt idx="381">
                  <c:v>4.63</c:v>
                </c:pt>
                <c:pt idx="382">
                  <c:v>4.92</c:v>
                </c:pt>
                <c:pt idx="383">
                  <c:v>4.39</c:v>
                </c:pt>
              </c:numCache>
            </c:numRef>
          </c:xVal>
          <c:yVal>
            <c:numRef>
              <c:f>'Chart Data'!$D$2:$D$385</c:f>
              <c:numCache>
                <c:formatCode>0.00</c:formatCode>
                <c:ptCount val="384"/>
                <c:pt idx="0">
                  <c:v>-0.020135371</c:v>
                </c:pt>
                <c:pt idx="1">
                  <c:v>0.025183268</c:v>
                </c:pt>
                <c:pt idx="2">
                  <c:v>-0.026417822</c:v>
                </c:pt>
                <c:pt idx="3">
                  <c:v>0.022950945</c:v>
                </c:pt>
                <c:pt idx="4">
                  <c:v>-0.023742491</c:v>
                </c:pt>
                <c:pt idx="5">
                  <c:v>0.011748304</c:v>
                </c:pt>
                <c:pt idx="6">
                  <c:v>-0.022819892</c:v>
                </c:pt>
                <c:pt idx="7">
                  <c:v>0.028345607</c:v>
                </c:pt>
                <c:pt idx="8">
                  <c:v>-0.02629896</c:v>
                </c:pt>
                <c:pt idx="9">
                  <c:v>0.020980798</c:v>
                </c:pt>
                <c:pt idx="10">
                  <c:v>-0.035560306</c:v>
                </c:pt>
                <c:pt idx="11">
                  <c:v>0.016479794</c:v>
                </c:pt>
                <c:pt idx="12">
                  <c:v>0.006343148</c:v>
                </c:pt>
                <c:pt idx="13">
                  <c:v>0.018475674</c:v>
                </c:pt>
                <c:pt idx="14">
                  <c:v>-0.014732767</c:v>
                </c:pt>
                <c:pt idx="15">
                  <c:v>0.006115116</c:v>
                </c:pt>
                <c:pt idx="16">
                  <c:v>0.019725056</c:v>
                </c:pt>
                <c:pt idx="17">
                  <c:v>-0.040649112</c:v>
                </c:pt>
                <c:pt idx="18">
                  <c:v>0.011290912</c:v>
                </c:pt>
                <c:pt idx="19">
                  <c:v>-0.024475941</c:v>
                </c:pt>
                <c:pt idx="20">
                  <c:v>-0.024631148</c:v>
                </c:pt>
                <c:pt idx="21">
                  <c:v>0.021360485</c:v>
                </c:pt>
                <c:pt idx="22">
                  <c:v>0.019291475</c:v>
                </c:pt>
                <c:pt idx="23">
                  <c:v>-0.020338895</c:v>
                </c:pt>
                <c:pt idx="24">
                  <c:v>0.024845744</c:v>
                </c:pt>
                <c:pt idx="25">
                  <c:v>0.043441355</c:v>
                </c:pt>
                <c:pt idx="26">
                  <c:v>-0.018668788</c:v>
                </c:pt>
                <c:pt idx="27">
                  <c:v>-0.023966257</c:v>
                </c:pt>
                <c:pt idx="28">
                  <c:v>-0.022101115</c:v>
                </c:pt>
                <c:pt idx="29">
                  <c:v>0.011324229</c:v>
                </c:pt>
                <c:pt idx="30">
                  <c:v>-0.017517494</c:v>
                </c:pt>
                <c:pt idx="31">
                  <c:v>-0.026124377</c:v>
                </c:pt>
                <c:pt idx="32">
                  <c:v>-0.016865917</c:v>
                </c:pt>
                <c:pt idx="33">
                  <c:v>0.020828279</c:v>
                </c:pt>
                <c:pt idx="34">
                  <c:v>-0.017581401</c:v>
                </c:pt>
                <c:pt idx="35">
                  <c:v>0.021564223</c:v>
                </c:pt>
                <c:pt idx="36">
                  <c:v>-0.019122936</c:v>
                </c:pt>
                <c:pt idx="37">
                  <c:v>-0.022166668</c:v>
                </c:pt>
                <c:pt idx="38">
                  <c:v>-0.014921236</c:v>
                </c:pt>
                <c:pt idx="39">
                  <c:v>-0.02489475</c:v>
                </c:pt>
                <c:pt idx="40">
                  <c:v>0.013588536</c:v>
                </c:pt>
                <c:pt idx="41">
                  <c:v>0.008335239</c:v>
                </c:pt>
                <c:pt idx="42">
                  <c:v>-0.031932093</c:v>
                </c:pt>
                <c:pt idx="43">
                  <c:v>-0.023233902</c:v>
                </c:pt>
                <c:pt idx="44">
                  <c:v>-0.01699877</c:v>
                </c:pt>
                <c:pt idx="45">
                  <c:v>-0.014380737</c:v>
                </c:pt>
                <c:pt idx="46">
                  <c:v>-0.0156064695</c:v>
                </c:pt>
                <c:pt idx="47">
                  <c:v>-0.022210546</c:v>
                </c:pt>
                <c:pt idx="48">
                  <c:v>-0.024608972</c:v>
                </c:pt>
                <c:pt idx="49">
                  <c:v>-0.03229538</c:v>
                </c:pt>
                <c:pt idx="50">
                  <c:v>-0.01979908</c:v>
                </c:pt>
                <c:pt idx="51">
                  <c:v>0.008442355</c:v>
                </c:pt>
                <c:pt idx="52">
                  <c:v>-0.014985094</c:v>
                </c:pt>
                <c:pt idx="53">
                  <c:v>0.008834048</c:v>
                </c:pt>
                <c:pt idx="54">
                  <c:v>0.0044207834</c:v>
                </c:pt>
                <c:pt idx="55">
                  <c:v>-0.025283692</c:v>
                </c:pt>
                <c:pt idx="56">
                  <c:v>0.03185193</c:v>
                </c:pt>
                <c:pt idx="57">
                  <c:v>0.010550881</c:v>
                </c:pt>
                <c:pt idx="58">
                  <c:v>0.017176414</c:v>
                </c:pt>
                <c:pt idx="59">
                  <c:v>0.009772477</c:v>
                </c:pt>
                <c:pt idx="60">
                  <c:v>-0.021871729</c:v>
                </c:pt>
                <c:pt idx="61">
                  <c:v>-0.022697274</c:v>
                </c:pt>
                <c:pt idx="62">
                  <c:v>-0.014989634</c:v>
                </c:pt>
                <c:pt idx="63">
                  <c:v>-0.025117632</c:v>
                </c:pt>
                <c:pt idx="64">
                  <c:v>-0.020302922</c:v>
                </c:pt>
                <c:pt idx="65">
                  <c:v>-0.02509408</c:v>
                </c:pt>
                <c:pt idx="66">
                  <c:v>0.022931693</c:v>
                </c:pt>
                <c:pt idx="67">
                  <c:v>-0.03164725</c:v>
                </c:pt>
                <c:pt idx="68">
                  <c:v>0.020498961</c:v>
                </c:pt>
                <c:pt idx="69">
                  <c:v>-0.033627078</c:v>
                </c:pt>
                <c:pt idx="70">
                  <c:v>-0.040218987</c:v>
                </c:pt>
                <c:pt idx="71">
                  <c:v>-0.016812248</c:v>
                </c:pt>
                <c:pt idx="72">
                  <c:v>-0.019443825</c:v>
                </c:pt>
                <c:pt idx="73">
                  <c:v>0.021207651</c:v>
                </c:pt>
                <c:pt idx="74">
                  <c:v>0.014562136</c:v>
                </c:pt>
                <c:pt idx="75">
                  <c:v>-0.01843408</c:v>
                </c:pt>
                <c:pt idx="76">
                  <c:v>-0.016684696</c:v>
                </c:pt>
                <c:pt idx="77">
                  <c:v>-0.019306602</c:v>
                </c:pt>
                <c:pt idx="78">
                  <c:v>-0.040291503</c:v>
                </c:pt>
                <c:pt idx="79">
                  <c:v>0.009443882</c:v>
                </c:pt>
                <c:pt idx="80">
                  <c:v>-0.022055361</c:v>
                </c:pt>
                <c:pt idx="81">
                  <c:v>-0.018283863</c:v>
                </c:pt>
                <c:pt idx="82">
                  <c:v>0.018481443</c:v>
                </c:pt>
                <c:pt idx="83">
                  <c:v>0.023573225</c:v>
                </c:pt>
                <c:pt idx="84">
                  <c:v>-0.023250602</c:v>
                </c:pt>
                <c:pt idx="85">
                  <c:v>-0.027752804</c:v>
                </c:pt>
                <c:pt idx="86">
                  <c:v>0.019173961</c:v>
                </c:pt>
                <c:pt idx="87">
                  <c:v>-0.031957395</c:v>
                </c:pt>
                <c:pt idx="88">
                  <c:v>-0.015406283</c:v>
                </c:pt>
                <c:pt idx="89">
                  <c:v>-0.00943632</c:v>
                </c:pt>
                <c:pt idx="90">
                  <c:v>-0.029729024</c:v>
                </c:pt>
                <c:pt idx="91">
                  <c:v>0.004889503</c:v>
                </c:pt>
                <c:pt idx="92">
                  <c:v>-0.024728544</c:v>
                </c:pt>
                <c:pt idx="93">
                  <c:v>0.014878431</c:v>
                </c:pt>
                <c:pt idx="94">
                  <c:v>-0.024360279</c:v>
                </c:pt>
                <c:pt idx="95">
                  <c:v>-0.05017407</c:v>
                </c:pt>
                <c:pt idx="96">
                  <c:v>0.014219612</c:v>
                </c:pt>
                <c:pt idx="97">
                  <c:v>-0.027124628</c:v>
                </c:pt>
                <c:pt idx="98">
                  <c:v>-0.017255392</c:v>
                </c:pt>
                <c:pt idx="99">
                  <c:v>-0.032762893</c:v>
                </c:pt>
                <c:pt idx="100">
                  <c:v>-0.03311515</c:v>
                </c:pt>
                <c:pt idx="101">
                  <c:v>0.015720233</c:v>
                </c:pt>
                <c:pt idx="102">
                  <c:v>-0.019165225</c:v>
                </c:pt>
                <c:pt idx="103">
                  <c:v>-0.02222417</c:v>
                </c:pt>
                <c:pt idx="104">
                  <c:v>0.02486476</c:v>
                </c:pt>
                <c:pt idx="105">
                  <c:v>0.012188634</c:v>
                </c:pt>
                <c:pt idx="106">
                  <c:v>-0.01578686</c:v>
                </c:pt>
                <c:pt idx="107">
                  <c:v>-0.029286072</c:v>
                </c:pt>
                <c:pt idx="108">
                  <c:v>-0.022021743</c:v>
                </c:pt>
                <c:pt idx="109">
                  <c:v>0.029934658</c:v>
                </c:pt>
                <c:pt idx="110">
                  <c:v>-0.02492944</c:v>
                </c:pt>
                <c:pt idx="111">
                  <c:v>-0.023377148</c:v>
                </c:pt>
                <c:pt idx="112">
                  <c:v>0.018770084</c:v>
                </c:pt>
                <c:pt idx="113">
                  <c:v>-0.03585854</c:v>
                </c:pt>
                <c:pt idx="114">
                  <c:v>-0.01743529</c:v>
                </c:pt>
                <c:pt idx="115">
                  <c:v>0.011182995</c:v>
                </c:pt>
                <c:pt idx="116">
                  <c:v>0.0003626116</c:v>
                </c:pt>
                <c:pt idx="117">
                  <c:v>-0.016736588</c:v>
                </c:pt>
                <c:pt idx="118">
                  <c:v>-0.02671024</c:v>
                </c:pt>
                <c:pt idx="119">
                  <c:v>-0.03366197</c:v>
                </c:pt>
                <c:pt idx="120">
                  <c:v>-0.021343645</c:v>
                </c:pt>
                <c:pt idx="121">
                  <c:v>0.025286388</c:v>
                </c:pt>
                <c:pt idx="122">
                  <c:v>0.026455775</c:v>
                </c:pt>
                <c:pt idx="123">
                  <c:v>-0.029348463</c:v>
                </c:pt>
                <c:pt idx="124">
                  <c:v>-0.0058004237</c:v>
                </c:pt>
                <c:pt idx="125">
                  <c:v>-0.02091844</c:v>
                </c:pt>
                <c:pt idx="126">
                  <c:v>0.0005339945</c:v>
                </c:pt>
                <c:pt idx="127">
                  <c:v>0.01401744</c:v>
                </c:pt>
                <c:pt idx="128">
                  <c:v>-0.027004322</c:v>
                </c:pt>
                <c:pt idx="129">
                  <c:v>-0.014416862</c:v>
                </c:pt>
                <c:pt idx="130">
                  <c:v>0.004729446</c:v>
                </c:pt>
                <c:pt idx="131">
                  <c:v>-0.023931464</c:v>
                </c:pt>
                <c:pt idx="132">
                  <c:v>-0.030769365</c:v>
                </c:pt>
                <c:pt idx="133">
                  <c:v>0.018925698</c:v>
                </c:pt>
                <c:pt idx="134">
                  <c:v>-0.01970018</c:v>
                </c:pt>
                <c:pt idx="135">
                  <c:v>-0.032075446</c:v>
                </c:pt>
                <c:pt idx="136">
                  <c:v>-0.018788477</c:v>
                </c:pt>
                <c:pt idx="137">
                  <c:v>0.026496239</c:v>
                </c:pt>
                <c:pt idx="138">
                  <c:v>-0.036229987</c:v>
                </c:pt>
                <c:pt idx="139">
                  <c:v>0.025687879</c:v>
                </c:pt>
                <c:pt idx="140">
                  <c:v>0.020522265</c:v>
                </c:pt>
                <c:pt idx="141">
                  <c:v>0.0066234046</c:v>
                </c:pt>
                <c:pt idx="142">
                  <c:v>0.021295263</c:v>
                </c:pt>
                <c:pt idx="143">
                  <c:v>-0.025557451</c:v>
                </c:pt>
                <c:pt idx="144">
                  <c:v>-0.025226025</c:v>
                </c:pt>
                <c:pt idx="145">
                  <c:v>0.0016752166</c:v>
                </c:pt>
                <c:pt idx="146">
                  <c:v>0.025760693</c:v>
                </c:pt>
                <c:pt idx="147">
                  <c:v>0.014349447</c:v>
                </c:pt>
                <c:pt idx="148">
                  <c:v>0.025692219</c:v>
                </c:pt>
                <c:pt idx="149">
                  <c:v>0.008744108</c:v>
                </c:pt>
                <c:pt idx="150">
                  <c:v>0.0047664884</c:v>
                </c:pt>
                <c:pt idx="151">
                  <c:v>-0.025854722</c:v>
                </c:pt>
                <c:pt idx="152">
                  <c:v>0.020623896</c:v>
                </c:pt>
                <c:pt idx="153">
                  <c:v>0.025799941</c:v>
                </c:pt>
                <c:pt idx="154">
                  <c:v>-0.03376314</c:v>
                </c:pt>
                <c:pt idx="155">
                  <c:v>-0.02695508</c:v>
                </c:pt>
                <c:pt idx="156">
                  <c:v>-0.020135827</c:v>
                </c:pt>
                <c:pt idx="157">
                  <c:v>0.020564815</c:v>
                </c:pt>
                <c:pt idx="158">
                  <c:v>-0.026094956</c:v>
                </c:pt>
                <c:pt idx="159">
                  <c:v>0.02872963</c:v>
                </c:pt>
                <c:pt idx="160">
                  <c:v>0.018752057</c:v>
                </c:pt>
                <c:pt idx="161">
                  <c:v>0.021083284</c:v>
                </c:pt>
                <c:pt idx="162">
                  <c:v>-0.014772645</c:v>
                </c:pt>
                <c:pt idx="163">
                  <c:v>0.0219399</c:v>
                </c:pt>
                <c:pt idx="164">
                  <c:v>-0.013060354</c:v>
                </c:pt>
                <c:pt idx="165">
                  <c:v>0.030671733</c:v>
                </c:pt>
                <c:pt idx="166">
                  <c:v>0.0033198805</c:v>
                </c:pt>
                <c:pt idx="167">
                  <c:v>-0.014026305</c:v>
                </c:pt>
                <c:pt idx="168">
                  <c:v>0.024495794</c:v>
                </c:pt>
                <c:pt idx="169">
                  <c:v>0.026715249</c:v>
                </c:pt>
                <c:pt idx="170">
                  <c:v>0.028336218</c:v>
                </c:pt>
                <c:pt idx="171">
                  <c:v>-0.019081688</c:v>
                </c:pt>
                <c:pt idx="172">
                  <c:v>0.012785547</c:v>
                </c:pt>
                <c:pt idx="173">
                  <c:v>-0.022033535</c:v>
                </c:pt>
                <c:pt idx="174">
                  <c:v>0.023020342</c:v>
                </c:pt>
                <c:pt idx="175">
                  <c:v>0.008031712</c:v>
                </c:pt>
                <c:pt idx="176">
                  <c:v>0.016870841</c:v>
                </c:pt>
                <c:pt idx="177">
                  <c:v>-0.028625993</c:v>
                </c:pt>
                <c:pt idx="178">
                  <c:v>0.008812431</c:v>
                </c:pt>
                <c:pt idx="179">
                  <c:v>-0.01962195</c:v>
                </c:pt>
                <c:pt idx="180">
                  <c:v>-0.027814604</c:v>
                </c:pt>
                <c:pt idx="181">
                  <c:v>-0.025550019</c:v>
                </c:pt>
                <c:pt idx="182">
                  <c:v>-0.018722242</c:v>
                </c:pt>
                <c:pt idx="183">
                  <c:v>0.022038162</c:v>
                </c:pt>
                <c:pt idx="184">
                  <c:v>0.010596153</c:v>
                </c:pt>
                <c:pt idx="185">
                  <c:v>-0.017496634</c:v>
                </c:pt>
                <c:pt idx="186">
                  <c:v>-0.02254793</c:v>
                </c:pt>
                <c:pt idx="187">
                  <c:v>0.011897047</c:v>
                </c:pt>
                <c:pt idx="188">
                  <c:v>0.025533438</c:v>
                </c:pt>
                <c:pt idx="189">
                  <c:v>0.023395829</c:v>
                </c:pt>
                <c:pt idx="190">
                  <c:v>0.0021465605</c:v>
                </c:pt>
                <c:pt idx="191">
                  <c:v>0.006872951</c:v>
                </c:pt>
                <c:pt idx="192">
                  <c:v>0.012188277</c:v>
                </c:pt>
                <c:pt idx="193">
                  <c:v>0.028335651</c:v>
                </c:pt>
                <c:pt idx="194">
                  <c:v>-0.017935567</c:v>
                </c:pt>
                <c:pt idx="195">
                  <c:v>-0.016086107</c:v>
                </c:pt>
                <c:pt idx="196">
                  <c:v>0.0101811</c:v>
                </c:pt>
                <c:pt idx="197">
                  <c:v>-0.01715827</c:v>
                </c:pt>
                <c:pt idx="198">
                  <c:v>-0.021718265</c:v>
                </c:pt>
                <c:pt idx="199">
                  <c:v>-0.023756325</c:v>
                </c:pt>
                <c:pt idx="200">
                  <c:v>0.026474964</c:v>
                </c:pt>
                <c:pt idx="201">
                  <c:v>0.010038441</c:v>
                </c:pt>
                <c:pt idx="202">
                  <c:v>0.021832338</c:v>
                </c:pt>
                <c:pt idx="203">
                  <c:v>-0.022795908</c:v>
                </c:pt>
                <c:pt idx="204">
                  <c:v>-0.016682794</c:v>
                </c:pt>
                <c:pt idx="205">
                  <c:v>-0.02303429</c:v>
                </c:pt>
                <c:pt idx="206">
                  <c:v>0.03605292</c:v>
                </c:pt>
                <c:pt idx="207">
                  <c:v>0.021212325</c:v>
                </c:pt>
                <c:pt idx="208">
                  <c:v>0.020928966</c:v>
                </c:pt>
                <c:pt idx="209">
                  <c:v>0.017116457</c:v>
                </c:pt>
                <c:pt idx="210">
                  <c:v>0.022149567</c:v>
                </c:pt>
                <c:pt idx="211">
                  <c:v>0.022049176</c:v>
                </c:pt>
                <c:pt idx="212">
                  <c:v>0.014855011</c:v>
                </c:pt>
                <c:pt idx="213">
                  <c:v>-0.025051732</c:v>
                </c:pt>
                <c:pt idx="214">
                  <c:v>0.030166067</c:v>
                </c:pt>
                <c:pt idx="215">
                  <c:v>0.0011056842</c:v>
                </c:pt>
                <c:pt idx="216">
                  <c:v>-0.031514443</c:v>
                </c:pt>
                <c:pt idx="217">
                  <c:v>-0.02359316</c:v>
                </c:pt>
                <c:pt idx="218">
                  <c:v>0.028076597</c:v>
                </c:pt>
                <c:pt idx="219">
                  <c:v>0.027630247</c:v>
                </c:pt>
                <c:pt idx="220">
                  <c:v>-0.0087851165</c:v>
                </c:pt>
                <c:pt idx="221">
                  <c:v>-0.021397347</c:v>
                </c:pt>
                <c:pt idx="222">
                  <c:v>-0.0082187345</c:v>
                </c:pt>
                <c:pt idx="223">
                  <c:v>0.023391597</c:v>
                </c:pt>
                <c:pt idx="224">
                  <c:v>-0.030154973</c:v>
                </c:pt>
                <c:pt idx="225">
                  <c:v>-0.017698687</c:v>
                </c:pt>
                <c:pt idx="226">
                  <c:v>0.027588863</c:v>
                </c:pt>
                <c:pt idx="227">
                  <c:v>0.010041401</c:v>
                </c:pt>
                <c:pt idx="228">
                  <c:v>-0.023518754</c:v>
                </c:pt>
                <c:pt idx="229">
                  <c:v>-0.0055788034</c:v>
                </c:pt>
                <c:pt idx="230">
                  <c:v>0.009214271</c:v>
                </c:pt>
                <c:pt idx="231">
                  <c:v>-0.027095621</c:v>
                </c:pt>
                <c:pt idx="232">
                  <c:v>0.012859231</c:v>
                </c:pt>
                <c:pt idx="233">
                  <c:v>-0.01864502</c:v>
                </c:pt>
                <c:pt idx="234">
                  <c:v>0.028822495</c:v>
                </c:pt>
                <c:pt idx="235">
                  <c:v>-0.031371735</c:v>
                </c:pt>
                <c:pt idx="236">
                  <c:v>-0.026040483</c:v>
                </c:pt>
                <c:pt idx="237">
                  <c:v>0.031948555</c:v>
                </c:pt>
                <c:pt idx="238">
                  <c:v>0.0034792582</c:v>
                </c:pt>
                <c:pt idx="239">
                  <c:v>-0.018823804</c:v>
                </c:pt>
                <c:pt idx="240">
                  <c:v>-0.018530536</c:v>
                </c:pt>
                <c:pt idx="241">
                  <c:v>-0.024774287</c:v>
                </c:pt>
                <c:pt idx="242">
                  <c:v>-0.024837334</c:v>
                </c:pt>
                <c:pt idx="243">
                  <c:v>-0.013545315</c:v>
                </c:pt>
                <c:pt idx="244">
                  <c:v>-0.007980297</c:v>
                </c:pt>
                <c:pt idx="245">
                  <c:v>0.002947872</c:v>
                </c:pt>
                <c:pt idx="246">
                  <c:v>-0.015688762</c:v>
                </c:pt>
                <c:pt idx="247">
                  <c:v>-0.02259636</c:v>
                </c:pt>
                <c:pt idx="248">
                  <c:v>0.02275176</c:v>
                </c:pt>
                <c:pt idx="249">
                  <c:v>0.024755403</c:v>
                </c:pt>
                <c:pt idx="250">
                  <c:v>-0.023766253</c:v>
                </c:pt>
                <c:pt idx="251">
                  <c:v>-0.027107231</c:v>
                </c:pt>
                <c:pt idx="252">
                  <c:v>0.017329354</c:v>
                </c:pt>
                <c:pt idx="253">
                  <c:v>-0.022940747</c:v>
                </c:pt>
                <c:pt idx="254">
                  <c:v>0.019521926</c:v>
                </c:pt>
                <c:pt idx="255">
                  <c:v>-0.02552489</c:v>
                </c:pt>
                <c:pt idx="256">
                  <c:v>0.0155025385</c:v>
                </c:pt>
                <c:pt idx="257">
                  <c:v>-0.038853835</c:v>
                </c:pt>
                <c:pt idx="258">
                  <c:v>-0.023129435</c:v>
                </c:pt>
                <c:pt idx="259">
                  <c:v>0.016585285</c:v>
                </c:pt>
                <c:pt idx="260">
                  <c:v>-0.021879854</c:v>
                </c:pt>
                <c:pt idx="261">
                  <c:v>0.0063155806</c:v>
                </c:pt>
                <c:pt idx="262">
                  <c:v>-0.025476456</c:v>
                </c:pt>
                <c:pt idx="263">
                  <c:v>-0.0150200175</c:v>
                </c:pt>
                <c:pt idx="264">
                  <c:v>-0.02146565</c:v>
                </c:pt>
                <c:pt idx="265">
                  <c:v>-0.015275583</c:v>
                </c:pt>
                <c:pt idx="266">
                  <c:v>-0.023354605</c:v>
                </c:pt>
                <c:pt idx="267">
                  <c:v>0.011700224</c:v>
                </c:pt>
                <c:pt idx="268">
                  <c:v>0.011463433</c:v>
                </c:pt>
                <c:pt idx="269">
                  <c:v>0.0305171</c:v>
                </c:pt>
                <c:pt idx="270">
                  <c:v>-0.019686151</c:v>
                </c:pt>
                <c:pt idx="271">
                  <c:v>0.0045959544</c:v>
                </c:pt>
                <c:pt idx="272">
                  <c:v>0.022316081</c:v>
                </c:pt>
                <c:pt idx="273">
                  <c:v>0.030661877</c:v>
                </c:pt>
                <c:pt idx="274">
                  <c:v>0.011858054</c:v>
                </c:pt>
                <c:pt idx="275">
                  <c:v>0.0059042936</c:v>
                </c:pt>
                <c:pt idx="276">
                  <c:v>0.020985985</c:v>
                </c:pt>
                <c:pt idx="277">
                  <c:v>0.02145135</c:v>
                </c:pt>
                <c:pt idx="278">
                  <c:v>-0.015031748</c:v>
                </c:pt>
                <c:pt idx="279">
                  <c:v>0.005589466</c:v>
                </c:pt>
                <c:pt idx="280">
                  <c:v>-0.019845497</c:v>
                </c:pt>
                <c:pt idx="281">
                  <c:v>-0.018517738</c:v>
                </c:pt>
                <c:pt idx="282">
                  <c:v>0.023862822</c:v>
                </c:pt>
                <c:pt idx="283">
                  <c:v>-0.015195897</c:v>
                </c:pt>
                <c:pt idx="284">
                  <c:v>-0.01795653</c:v>
                </c:pt>
                <c:pt idx="285">
                  <c:v>0.021294663</c:v>
                </c:pt>
                <c:pt idx="286">
                  <c:v>-0.02627572</c:v>
                </c:pt>
                <c:pt idx="287">
                  <c:v>-0.026839167</c:v>
                </c:pt>
                <c:pt idx="288">
                  <c:v>-0.01915769</c:v>
                </c:pt>
                <c:pt idx="289">
                  <c:v>0.012320759</c:v>
                </c:pt>
                <c:pt idx="290">
                  <c:v>0.020778144</c:v>
                </c:pt>
                <c:pt idx="291">
                  <c:v>0.0073207505</c:v>
                </c:pt>
                <c:pt idx="292">
                  <c:v>0.0050348896</c:v>
                </c:pt>
                <c:pt idx="293">
                  <c:v>-0.014094697</c:v>
                </c:pt>
                <c:pt idx="294">
                  <c:v>-0.018620657</c:v>
                </c:pt>
                <c:pt idx="295">
                  <c:v>0.023509935</c:v>
                </c:pt>
                <c:pt idx="296">
                  <c:v>-0.019953787</c:v>
                </c:pt>
                <c:pt idx="297">
                  <c:v>-0.021249812</c:v>
                </c:pt>
                <c:pt idx="298">
                  <c:v>-0.022540845</c:v>
                </c:pt>
                <c:pt idx="299">
                  <c:v>0.019166987</c:v>
                </c:pt>
                <c:pt idx="300">
                  <c:v>0.014288496</c:v>
                </c:pt>
                <c:pt idx="301">
                  <c:v>0.022952652</c:v>
                </c:pt>
                <c:pt idx="302">
                  <c:v>-0.018404784</c:v>
                </c:pt>
                <c:pt idx="303">
                  <c:v>0.0029196315</c:v>
                </c:pt>
                <c:pt idx="304">
                  <c:v>0.009393903</c:v>
                </c:pt>
                <c:pt idx="305">
                  <c:v>0.027950045</c:v>
                </c:pt>
                <c:pt idx="306">
                  <c:v>0.02490675</c:v>
                </c:pt>
                <c:pt idx="307">
                  <c:v>-0.01130953</c:v>
                </c:pt>
                <c:pt idx="308">
                  <c:v>-0.019821502</c:v>
                </c:pt>
                <c:pt idx="309">
                  <c:v>-0.007339284</c:v>
                </c:pt>
                <c:pt idx="310">
                  <c:v>0.01743516</c:v>
                </c:pt>
                <c:pt idx="311">
                  <c:v>-0.027244693</c:v>
                </c:pt>
                <c:pt idx="312">
                  <c:v>0.01265994</c:v>
                </c:pt>
                <c:pt idx="313">
                  <c:v>0.00811862</c:v>
                </c:pt>
                <c:pt idx="314">
                  <c:v>-0.015612114</c:v>
                </c:pt>
                <c:pt idx="315">
                  <c:v>-0.028822988</c:v>
                </c:pt>
                <c:pt idx="316">
                  <c:v>0.016212199</c:v>
                </c:pt>
                <c:pt idx="317">
                  <c:v>0.01997789</c:v>
                </c:pt>
                <c:pt idx="318">
                  <c:v>0.00811841</c:v>
                </c:pt>
                <c:pt idx="319">
                  <c:v>0.010673101</c:v>
                </c:pt>
                <c:pt idx="320">
                  <c:v>-0.020035328</c:v>
                </c:pt>
                <c:pt idx="321">
                  <c:v>-0.024154717</c:v>
                </c:pt>
                <c:pt idx="322">
                  <c:v>0.015452124</c:v>
                </c:pt>
                <c:pt idx="323">
                  <c:v>0.007913181</c:v>
                </c:pt>
                <c:pt idx="324">
                  <c:v>-0.024262996</c:v>
                </c:pt>
                <c:pt idx="325">
                  <c:v>0.0085502695</c:v>
                </c:pt>
                <c:pt idx="326">
                  <c:v>-0.027542874</c:v>
                </c:pt>
                <c:pt idx="327">
                  <c:v>-0.018252773</c:v>
                </c:pt>
                <c:pt idx="328">
                  <c:v>0.013573004</c:v>
                </c:pt>
                <c:pt idx="329">
                  <c:v>-0.026189378</c:v>
                </c:pt>
                <c:pt idx="330">
                  <c:v>0.02857283</c:v>
                </c:pt>
                <c:pt idx="331">
                  <c:v>-0.018525947</c:v>
                </c:pt>
                <c:pt idx="332">
                  <c:v>-0.034355633</c:v>
                </c:pt>
                <c:pt idx="333">
                  <c:v>-0.03354139</c:v>
                </c:pt>
                <c:pt idx="334">
                  <c:v>-0.03309381</c:v>
                </c:pt>
                <c:pt idx="335">
                  <c:v>-0.027390204</c:v>
                </c:pt>
                <c:pt idx="336">
                  <c:v>0.019652203</c:v>
                </c:pt>
                <c:pt idx="337">
                  <c:v>0.012541653</c:v>
                </c:pt>
                <c:pt idx="338">
                  <c:v>-0.030516252</c:v>
                </c:pt>
                <c:pt idx="339">
                  <c:v>0.0029303394</c:v>
                </c:pt>
                <c:pt idx="340">
                  <c:v>0.0041423105</c:v>
                </c:pt>
                <c:pt idx="341">
                  <c:v>-0.023654973</c:v>
                </c:pt>
                <c:pt idx="342">
                  <c:v>0.028450677</c:v>
                </c:pt>
                <c:pt idx="343">
                  <c:v>0.021880714</c:v>
                </c:pt>
                <c:pt idx="344">
                  <c:v>0.020733178</c:v>
                </c:pt>
                <c:pt idx="345">
                  <c:v>-0.018059721</c:v>
                </c:pt>
                <c:pt idx="346">
                  <c:v>-0.034312624</c:v>
                </c:pt>
                <c:pt idx="347">
                  <c:v>-0.027005339</c:v>
                </c:pt>
                <c:pt idx="348">
                  <c:v>0.020311177</c:v>
                </c:pt>
                <c:pt idx="349">
                  <c:v>0.02621164</c:v>
                </c:pt>
                <c:pt idx="350">
                  <c:v>0.015773544</c:v>
                </c:pt>
                <c:pt idx="351">
                  <c:v>0.015480952</c:v>
                </c:pt>
                <c:pt idx="352">
                  <c:v>-0.02737167</c:v>
                </c:pt>
                <c:pt idx="353">
                  <c:v>0.016362067</c:v>
                </c:pt>
                <c:pt idx="354">
                  <c:v>-0.02199944</c:v>
                </c:pt>
                <c:pt idx="355">
                  <c:v>0.024391705</c:v>
                </c:pt>
                <c:pt idx="356">
                  <c:v>0.032056823</c:v>
                </c:pt>
                <c:pt idx="357">
                  <c:v>-0.029625235</c:v>
                </c:pt>
                <c:pt idx="358">
                  <c:v>0.027813526</c:v>
                </c:pt>
                <c:pt idx="359">
                  <c:v>-0.025011323</c:v>
                </c:pt>
                <c:pt idx="360">
                  <c:v>-0.02142252</c:v>
                </c:pt>
                <c:pt idx="361">
                  <c:v>-0.02902564</c:v>
                </c:pt>
                <c:pt idx="362">
                  <c:v>-0.017709881</c:v>
                </c:pt>
                <c:pt idx="363">
                  <c:v>0.020306505</c:v>
                </c:pt>
                <c:pt idx="364">
                  <c:v>-0.016186262</c:v>
                </c:pt>
                <c:pt idx="365">
                  <c:v>-0.022345848</c:v>
                </c:pt>
                <c:pt idx="366">
                  <c:v>-0.03415644</c:v>
                </c:pt>
                <c:pt idx="367">
                  <c:v>-0.02287751</c:v>
                </c:pt>
                <c:pt idx="368">
                  <c:v>-0.024404565</c:v>
                </c:pt>
                <c:pt idx="369">
                  <c:v>-0.03353606</c:v>
                </c:pt>
                <c:pt idx="370">
                  <c:v>0.0054414514</c:v>
                </c:pt>
                <c:pt idx="371">
                  <c:v>-0.025351577</c:v>
                </c:pt>
                <c:pt idx="372">
                  <c:v>0.024209764</c:v>
                </c:pt>
                <c:pt idx="373">
                  <c:v>0.026330845</c:v>
                </c:pt>
                <c:pt idx="374">
                  <c:v>-0.028596861</c:v>
                </c:pt>
                <c:pt idx="375">
                  <c:v>-0.01998271</c:v>
                </c:pt>
                <c:pt idx="376">
                  <c:v>-0.018765012</c:v>
                </c:pt>
                <c:pt idx="377">
                  <c:v>-0.019738613</c:v>
                </c:pt>
                <c:pt idx="378">
                  <c:v>0.008025808</c:v>
                </c:pt>
                <c:pt idx="379">
                  <c:v>-0.018617801</c:v>
                </c:pt>
                <c:pt idx="380">
                  <c:v>0.029788911</c:v>
                </c:pt>
                <c:pt idx="381">
                  <c:v>-0.025616385</c:v>
                </c:pt>
                <c:pt idx="382">
                  <c:v>0.017312488</c:v>
                </c:pt>
                <c:pt idx="383">
                  <c:v>-0.02265963</c:v>
                </c:pt>
              </c:numCache>
            </c:numRef>
          </c:yVal>
        </c:ser>
        <c:ser>
          <c:idx val="2"/>
          <c:order val="2"/>
          <c:tx>
            <c:v>&gt;100</c:v>
          </c:tx>
          <c:spPr>
            <a:solidFill xmlns:a="http://schemas.openxmlformats.org/drawingml/2006/main">
              <a:srgbClr val="587255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587255"/>
              </a:solidFill>
            </c:spPr>
          </c:marker>
          <c:xVal>
            <c:numRef>
              <c:f>'Chart Data'!$E$2:$E$80</c:f>
              <c:numCache>
                <c:formatCode>General</c:formatCode>
                <c:ptCount val="79"/>
                <c:pt idx="0">
                  <c:v>4.88</c:v>
                </c:pt>
                <c:pt idx="1">
                  <c:v>4.66</c:v>
                </c:pt>
                <c:pt idx="2">
                  <c:v>4.75</c:v>
                </c:pt>
                <c:pt idx="3">
                  <c:v>4.79</c:v>
                </c:pt>
                <c:pt idx="4">
                  <c:v>4.86</c:v>
                </c:pt>
                <c:pt idx="5">
                  <c:v>4.78</c:v>
                </c:pt>
                <c:pt idx="6">
                  <c:v>4.85</c:v>
                </c:pt>
                <c:pt idx="7">
                  <c:v>4.6</c:v>
                </c:pt>
                <c:pt idx="8">
                  <c:v>4.71</c:v>
                </c:pt>
                <c:pt idx="9">
                  <c:v>4.57</c:v>
                </c:pt>
                <c:pt idx="10">
                  <c:v>4.81</c:v>
                </c:pt>
                <c:pt idx="11">
                  <c:v>4.94</c:v>
                </c:pt>
                <c:pt idx="12">
                  <c:v>4.61</c:v>
                </c:pt>
                <c:pt idx="13">
                  <c:v>4.98</c:v>
                </c:pt>
                <c:pt idx="14">
                  <c:v>4.85</c:v>
                </c:pt>
                <c:pt idx="15">
                  <c:v>4.97</c:v>
                </c:pt>
                <c:pt idx="16">
                  <c:v>4.89</c:v>
                </c:pt>
                <c:pt idx="17">
                  <c:v>4.79</c:v>
                </c:pt>
                <c:pt idx="18">
                  <c:v>4.98</c:v>
                </c:pt>
                <c:pt idx="19">
                  <c:v>4.83</c:v>
                </c:pt>
                <c:pt idx="20">
                  <c:v>4.86</c:v>
                </c:pt>
                <c:pt idx="21">
                  <c:v>4.44</c:v>
                </c:pt>
                <c:pt idx="22">
                  <c:v>4.7</c:v>
                </c:pt>
                <c:pt idx="23">
                  <c:v>4.65</c:v>
                </c:pt>
                <c:pt idx="24">
                  <c:v>4.67</c:v>
                </c:pt>
                <c:pt idx="25">
                  <c:v>4.87</c:v>
                </c:pt>
                <c:pt idx="26">
                  <c:v>4.91</c:v>
                </c:pt>
                <c:pt idx="27">
                  <c:v>4.7</c:v>
                </c:pt>
                <c:pt idx="28">
                  <c:v>4.89</c:v>
                </c:pt>
                <c:pt idx="29">
                  <c:v>4.59</c:v>
                </c:pt>
                <c:pt idx="30">
                  <c:v>4.99</c:v>
                </c:pt>
                <c:pt idx="31">
                  <c:v>4.93</c:v>
                </c:pt>
                <c:pt idx="32">
                  <c:v>4.73</c:v>
                </c:pt>
                <c:pt idx="33">
                  <c:v>4.54</c:v>
                </c:pt>
                <c:pt idx="34">
                  <c:v>5</c:v>
                </c:pt>
                <c:pt idx="35">
                  <c:v>4.96</c:v>
                </c:pt>
                <c:pt idx="36">
                  <c:v>4.79</c:v>
                </c:pt>
                <c:pt idx="37">
                  <c:v>4.81</c:v>
                </c:pt>
                <c:pt idx="38">
                  <c:v>4.56</c:v>
                </c:pt>
                <c:pt idx="39">
                  <c:v>4.84</c:v>
                </c:pt>
                <c:pt idx="40">
                  <c:v>4.75</c:v>
                </c:pt>
                <c:pt idx="41">
                  <c:v>4.99</c:v>
                </c:pt>
                <c:pt idx="42">
                  <c:v>4.63</c:v>
                </c:pt>
                <c:pt idx="43">
                  <c:v>4.75</c:v>
                </c:pt>
                <c:pt idx="44">
                  <c:v>4.82</c:v>
                </c:pt>
                <c:pt idx="45">
                  <c:v>4.51</c:v>
                </c:pt>
                <c:pt idx="46">
                  <c:v>4.69</c:v>
                </c:pt>
                <c:pt idx="47">
                  <c:v>4.73</c:v>
                </c:pt>
                <c:pt idx="48">
                  <c:v>4.77</c:v>
                </c:pt>
                <c:pt idx="49">
                  <c:v>4.84</c:v>
                </c:pt>
                <c:pt idx="50">
                  <c:v>4.77</c:v>
                </c:pt>
                <c:pt idx="51">
                  <c:v>4.99</c:v>
                </c:pt>
                <c:pt idx="52">
                  <c:v>4.86</c:v>
                </c:pt>
                <c:pt idx="53">
                  <c:v>4.75</c:v>
                </c:pt>
                <c:pt idx="54">
                  <c:v>4.68</c:v>
                </c:pt>
                <c:pt idx="55">
                  <c:v>4.9</c:v>
                </c:pt>
                <c:pt idx="56">
                  <c:v>4.95</c:v>
                </c:pt>
                <c:pt idx="57">
                  <c:v>4.91</c:v>
                </c:pt>
                <c:pt idx="58">
                  <c:v>4.82</c:v>
                </c:pt>
                <c:pt idx="59">
                  <c:v>4.94</c:v>
                </c:pt>
                <c:pt idx="60">
                  <c:v>4.74</c:v>
                </c:pt>
                <c:pt idx="61">
                  <c:v>4.84</c:v>
                </c:pt>
                <c:pt idx="62">
                  <c:v>4.88</c:v>
                </c:pt>
                <c:pt idx="63">
                  <c:v>4.88</c:v>
                </c:pt>
                <c:pt idx="64">
                  <c:v>4.97</c:v>
                </c:pt>
                <c:pt idx="65">
                  <c:v>4.52</c:v>
                </c:pt>
                <c:pt idx="66">
                  <c:v>4.79</c:v>
                </c:pt>
                <c:pt idx="67">
                  <c:v>4.79</c:v>
                </c:pt>
                <c:pt idx="68">
                  <c:v>4.88</c:v>
                </c:pt>
                <c:pt idx="69">
                  <c:v>4.85</c:v>
                </c:pt>
                <c:pt idx="70">
                  <c:v>4.82</c:v>
                </c:pt>
                <c:pt idx="71">
                  <c:v>4.95</c:v>
                </c:pt>
                <c:pt idx="72">
                  <c:v>4.59</c:v>
                </c:pt>
                <c:pt idx="73">
                  <c:v>4.69</c:v>
                </c:pt>
                <c:pt idx="74">
                  <c:v>4.58</c:v>
                </c:pt>
                <c:pt idx="75">
                  <c:v>4.92</c:v>
                </c:pt>
                <c:pt idx="76">
                  <c:v>4.88</c:v>
                </c:pt>
                <c:pt idx="77">
                  <c:v>4.67</c:v>
                </c:pt>
                <c:pt idx="78">
                  <c:v>4.88</c:v>
                </c:pt>
              </c:numCache>
            </c:numRef>
          </c:xVal>
          <c:yVal>
            <c:numRef>
              <c:f>'Chart Data'!$F$2:$F$80</c:f>
              <c:numCache>
                <c:formatCode>0.00</c:formatCode>
                <c:ptCount val="79"/>
                <c:pt idx="0">
                  <c:v>0.012598843</c:v>
                </c:pt>
                <c:pt idx="1">
                  <c:v>-0.027771505</c:v>
                </c:pt>
                <c:pt idx="2">
                  <c:v>-0.025643375</c:v>
                </c:pt>
                <c:pt idx="3">
                  <c:v>-0.018589567</c:v>
                </c:pt>
                <c:pt idx="4">
                  <c:v>0.011363924</c:v>
                </c:pt>
                <c:pt idx="5">
                  <c:v>-0.02863763</c:v>
                </c:pt>
                <c:pt idx="6">
                  <c:v>0.0018715414</c:v>
                </c:pt>
                <c:pt idx="7">
                  <c:v>-0.026269464</c:v>
                </c:pt>
                <c:pt idx="8">
                  <c:v>-0.03182546</c:v>
                </c:pt>
                <c:pt idx="9">
                  <c:v>-0.03263167</c:v>
                </c:pt>
                <c:pt idx="10">
                  <c:v>-0.01974419</c:v>
                </c:pt>
                <c:pt idx="11">
                  <c:v>0.020761684</c:v>
                </c:pt>
                <c:pt idx="12">
                  <c:v>-0.032505907</c:v>
                </c:pt>
                <c:pt idx="13">
                  <c:v>0.038026735</c:v>
                </c:pt>
                <c:pt idx="14">
                  <c:v>0.009798463</c:v>
                </c:pt>
                <c:pt idx="15">
                  <c:v>0.03411397</c:v>
                </c:pt>
                <c:pt idx="16">
                  <c:v>0.013390858</c:v>
                </c:pt>
                <c:pt idx="17">
                  <c:v>-0.014009792</c:v>
                </c:pt>
                <c:pt idx="18">
                  <c:v>0.02587283</c:v>
                </c:pt>
                <c:pt idx="19">
                  <c:v>0.0023832112</c:v>
                </c:pt>
                <c:pt idx="20">
                  <c:v>0.012252192</c:v>
                </c:pt>
                <c:pt idx="21">
                  <c:v>-0.036859605</c:v>
                </c:pt>
                <c:pt idx="22">
                  <c:v>-0.023357067</c:v>
                </c:pt>
                <c:pt idx="23">
                  <c:v>-0.024671597</c:v>
                </c:pt>
                <c:pt idx="24">
                  <c:v>-0.023767227</c:v>
                </c:pt>
                <c:pt idx="25">
                  <c:v>0.007949316</c:v>
                </c:pt>
                <c:pt idx="26">
                  <c:v>0.018806292</c:v>
                </c:pt>
                <c:pt idx="27">
                  <c:v>-0.029523361</c:v>
                </c:pt>
                <c:pt idx="28">
                  <c:v>0.015346064</c:v>
                </c:pt>
                <c:pt idx="29">
                  <c:v>-0.037731465</c:v>
                </c:pt>
                <c:pt idx="30">
                  <c:v>0.03945374</c:v>
                </c:pt>
                <c:pt idx="31">
                  <c:v>0.017553976</c:v>
                </c:pt>
                <c:pt idx="32">
                  <c:v>-0.02049173</c:v>
                </c:pt>
                <c:pt idx="33">
                  <c:v>-0.02666366</c:v>
                </c:pt>
                <c:pt idx="34">
                  <c:v>0.029751262</c:v>
                </c:pt>
                <c:pt idx="35">
                  <c:v>0.029654143</c:v>
                </c:pt>
                <c:pt idx="36">
                  <c:v>-0.020986363</c:v>
                </c:pt>
                <c:pt idx="37">
                  <c:v>-0.02051609</c:v>
                </c:pt>
                <c:pt idx="38">
                  <c:v>-0.025592798</c:v>
                </c:pt>
                <c:pt idx="39">
                  <c:v>0.011962021</c:v>
                </c:pt>
                <c:pt idx="40">
                  <c:v>-0.018059364</c:v>
                </c:pt>
                <c:pt idx="41">
                  <c:v>0.032782655</c:v>
                </c:pt>
                <c:pt idx="42">
                  <c:v>-0.023139909</c:v>
                </c:pt>
                <c:pt idx="43">
                  <c:v>-0.019080307</c:v>
                </c:pt>
                <c:pt idx="44">
                  <c:v>-0.0014225035</c:v>
                </c:pt>
                <c:pt idx="45">
                  <c:v>-0.024724025</c:v>
                </c:pt>
                <c:pt idx="46">
                  <c:v>-0.027480148</c:v>
                </c:pt>
                <c:pt idx="47">
                  <c:v>-0.027310533</c:v>
                </c:pt>
                <c:pt idx="48">
                  <c:v>-0.020136952</c:v>
                </c:pt>
                <c:pt idx="49">
                  <c:v>0.004439737</c:v>
                </c:pt>
                <c:pt idx="50">
                  <c:v>-0.023804462</c:v>
                </c:pt>
                <c:pt idx="51">
                  <c:v>0.045156017</c:v>
                </c:pt>
                <c:pt idx="52">
                  <c:v>0.0142720025</c:v>
                </c:pt>
                <c:pt idx="53">
                  <c:v>-0.018421587</c:v>
                </c:pt>
                <c:pt idx="54">
                  <c:v>-0.028056758</c:v>
                </c:pt>
                <c:pt idx="55">
                  <c:v>0.0073544635</c:v>
                </c:pt>
                <c:pt idx="56">
                  <c:v>0.031918343</c:v>
                </c:pt>
                <c:pt idx="57">
                  <c:v>0.019109335</c:v>
                </c:pt>
                <c:pt idx="58">
                  <c:v>-0.00055693457</c:v>
                </c:pt>
                <c:pt idx="59">
                  <c:v>0.025337756</c:v>
                </c:pt>
                <c:pt idx="60">
                  <c:v>-0.017865747</c:v>
                </c:pt>
                <c:pt idx="61">
                  <c:v>0.005886866</c:v>
                </c:pt>
                <c:pt idx="62">
                  <c:v>0.0134647945</c:v>
                </c:pt>
                <c:pt idx="63">
                  <c:v>0.013909168</c:v>
                </c:pt>
                <c:pt idx="64">
                  <c:v>0.025443073</c:v>
                </c:pt>
                <c:pt idx="65">
                  <c:v>-0.019827003</c:v>
                </c:pt>
                <c:pt idx="66">
                  <c:v>-0.014909302</c:v>
                </c:pt>
                <c:pt idx="67">
                  <c:v>-0.019120662</c:v>
                </c:pt>
                <c:pt idx="68">
                  <c:v>0.009557439</c:v>
                </c:pt>
                <c:pt idx="69">
                  <c:v>0.012842725</c:v>
                </c:pt>
                <c:pt idx="70">
                  <c:v>0.00052359735</c:v>
                </c:pt>
                <c:pt idx="71">
                  <c:v>0.041582614</c:v>
                </c:pt>
                <c:pt idx="72">
                  <c:v>-0.027237052</c:v>
                </c:pt>
                <c:pt idx="73">
                  <c:v>-0.019872323</c:v>
                </c:pt>
                <c:pt idx="74">
                  <c:v>-0.027603881</c:v>
                </c:pt>
                <c:pt idx="75">
                  <c:v>0.0126117505</c:v>
                </c:pt>
                <c:pt idx="76">
                  <c:v>0.0057310048</c:v>
                </c:pt>
                <c:pt idx="77">
                  <c:v>-0.029891197</c:v>
                </c:pt>
                <c:pt idx="78">
                  <c:v>0.009817258</c:v>
                </c:pt>
              </c:numCache>
            </c:numRef>
          </c:y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solidFill>
                  <a:srgbClr val="173442"/>
                </a:solidFill>
                <a:latin typeface="Arial"/>
                <a:ea typeface="Arial"/>
                <a:cs typeface="Arial"/>
              </a:rPr>
              <a:t>log(1 + отзывы) → вклад числа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Rating &lt;4,7</c:v>
          </c:tx>
          <c:spPr>
            <a:solidFill xmlns:a="http://schemas.openxmlformats.org/drawingml/2006/main">
              <a:srgbClr val="176B8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176B82"/>
              </a:solidFill>
            </c:spPr>
          </c:marker>
          <c:xVal>
            <c:numRef>
              <c:f>'Chart Data'!$A$2:$A$280</c:f>
              <c:numCache>
                <c:formatCode>General</c:formatCode>
                <c:ptCount val="279"/>
                <c:pt idx="0">
                  <c:v>1.098612289</c:v>
                </c:pt>
                <c:pt idx="1">
                  <c:v>5.049856007</c:v>
                </c:pt>
                <c:pt idx="2">
                  <c:v>1.386294361</c:v>
                </c:pt>
                <c:pt idx="3">
                  <c:v>2.708050201</c:v>
                </c:pt>
                <c:pt idx="4">
                  <c:v>1.098612289</c:v>
                </c:pt>
                <c:pt idx="5">
                  <c:v>0.6931471806</c:v>
                </c:pt>
                <c:pt idx="6">
                  <c:v>3.044522438</c:v>
                </c:pt>
                <c:pt idx="7">
                  <c:v>3.828641396</c:v>
                </c:pt>
                <c:pt idx="8">
                  <c:v>2.944438979</c:v>
                </c:pt>
                <c:pt idx="9">
                  <c:v>4.158883083</c:v>
                </c:pt>
                <c:pt idx="10">
                  <c:v>5.192956851</c:v>
                </c:pt>
                <c:pt idx="11">
                  <c:v>6.102558595</c:v>
                </c:pt>
                <c:pt idx="12">
                  <c:v>2.708050201</c:v>
                </c:pt>
                <c:pt idx="13">
                  <c:v>1.791759469</c:v>
                </c:pt>
                <c:pt idx="14">
                  <c:v>2.302585093</c:v>
                </c:pt>
                <c:pt idx="15">
                  <c:v>4.158883083</c:v>
                </c:pt>
                <c:pt idx="16">
                  <c:v>2.079441542</c:v>
                </c:pt>
                <c:pt idx="17">
                  <c:v>1.098612289</c:v>
                </c:pt>
                <c:pt idx="18">
                  <c:v>2.302585093</c:v>
                </c:pt>
                <c:pt idx="19">
                  <c:v>4.605170186</c:v>
                </c:pt>
                <c:pt idx="20">
                  <c:v>3.33220451</c:v>
                </c:pt>
                <c:pt idx="21">
                  <c:v>1.386294361</c:v>
                </c:pt>
                <c:pt idx="22">
                  <c:v>2.772588722</c:v>
                </c:pt>
                <c:pt idx="23">
                  <c:v>1.945910149</c:v>
                </c:pt>
                <c:pt idx="24">
                  <c:v>1.098612289</c:v>
                </c:pt>
                <c:pt idx="25">
                  <c:v>2.833213344</c:v>
                </c:pt>
                <c:pt idx="26">
                  <c:v>2.48490665</c:v>
                </c:pt>
                <c:pt idx="27">
                  <c:v>3.401197382</c:v>
                </c:pt>
                <c:pt idx="28">
                  <c:v>1.791759469</c:v>
                </c:pt>
                <c:pt idx="29">
                  <c:v>3.970291914</c:v>
                </c:pt>
                <c:pt idx="30">
                  <c:v>0.6931471806</c:v>
                </c:pt>
                <c:pt idx="31">
                  <c:v>3.091042453</c:v>
                </c:pt>
                <c:pt idx="32">
                  <c:v>0.6931471806</c:v>
                </c:pt>
                <c:pt idx="33">
                  <c:v>2.564949357</c:v>
                </c:pt>
                <c:pt idx="34">
                  <c:v>2.564949357</c:v>
                </c:pt>
                <c:pt idx="35">
                  <c:v>3.218875825</c:v>
                </c:pt>
                <c:pt idx="36">
                  <c:v>5.062595033</c:v>
                </c:pt>
                <c:pt idx="37">
                  <c:v>4.110873864</c:v>
                </c:pt>
                <c:pt idx="38">
                  <c:v>3.36729583</c:v>
                </c:pt>
                <c:pt idx="39">
                  <c:v>2.302585093</c:v>
                </c:pt>
                <c:pt idx="40">
                  <c:v>2.63905733</c:v>
                </c:pt>
                <c:pt idx="41">
                  <c:v>2.397895273</c:v>
                </c:pt>
                <c:pt idx="42">
                  <c:v>4.127134385</c:v>
                </c:pt>
                <c:pt idx="43">
                  <c:v>3.218875825</c:v>
                </c:pt>
                <c:pt idx="44">
                  <c:v>2.564949357</c:v>
                </c:pt>
                <c:pt idx="45">
                  <c:v>1.386294361</c:v>
                </c:pt>
                <c:pt idx="46">
                  <c:v>2.302585093</c:v>
                </c:pt>
                <c:pt idx="47">
                  <c:v>3.258096538</c:v>
                </c:pt>
                <c:pt idx="48">
                  <c:v>4.248495242</c:v>
                </c:pt>
                <c:pt idx="49">
                  <c:v>1.386294361</c:v>
                </c:pt>
                <c:pt idx="50">
                  <c:v>1.098612289</c:v>
                </c:pt>
                <c:pt idx="51">
                  <c:v>2.772588722</c:v>
                </c:pt>
                <c:pt idx="52">
                  <c:v>3.850147602</c:v>
                </c:pt>
                <c:pt idx="53">
                  <c:v>3.33220451</c:v>
                </c:pt>
                <c:pt idx="54">
                  <c:v>2.397895273</c:v>
                </c:pt>
                <c:pt idx="55">
                  <c:v>3.63758616</c:v>
                </c:pt>
                <c:pt idx="56">
                  <c:v>3.044522438</c:v>
                </c:pt>
                <c:pt idx="57">
                  <c:v>1.386294361</c:v>
                </c:pt>
                <c:pt idx="58">
                  <c:v>3.610917913</c:v>
                </c:pt>
                <c:pt idx="59">
                  <c:v>1.609437912</c:v>
                </c:pt>
                <c:pt idx="60">
                  <c:v>3.496507561</c:v>
                </c:pt>
                <c:pt idx="61">
                  <c:v>1.098612289</c:v>
                </c:pt>
                <c:pt idx="62">
                  <c:v>3.80666249</c:v>
                </c:pt>
                <c:pt idx="63">
                  <c:v>1.386294361</c:v>
                </c:pt>
                <c:pt idx="64">
                  <c:v>1.609437912</c:v>
                </c:pt>
                <c:pt idx="65">
                  <c:v>3.713572067</c:v>
                </c:pt>
                <c:pt idx="66">
                  <c:v>2.944438979</c:v>
                </c:pt>
                <c:pt idx="67">
                  <c:v>2.63905733</c:v>
                </c:pt>
                <c:pt idx="68">
                  <c:v>4.442651256</c:v>
                </c:pt>
                <c:pt idx="69">
                  <c:v>4.33073334</c:v>
                </c:pt>
                <c:pt idx="70">
                  <c:v>1.791759469</c:v>
                </c:pt>
                <c:pt idx="71">
                  <c:v>4.356708827</c:v>
                </c:pt>
                <c:pt idx="72">
                  <c:v>3.044522438</c:v>
                </c:pt>
                <c:pt idx="73">
                  <c:v>5.049856007</c:v>
                </c:pt>
                <c:pt idx="74">
                  <c:v>2.564949357</c:v>
                </c:pt>
                <c:pt idx="75">
                  <c:v>0.6931471806</c:v>
                </c:pt>
                <c:pt idx="76">
                  <c:v>4.127134385</c:v>
                </c:pt>
                <c:pt idx="77">
                  <c:v>3.871201011</c:v>
                </c:pt>
                <c:pt idx="78">
                  <c:v>4.718498871</c:v>
                </c:pt>
                <c:pt idx="79">
                  <c:v>2.48490665</c:v>
                </c:pt>
                <c:pt idx="80">
                  <c:v>1.609437912</c:v>
                </c:pt>
                <c:pt idx="81">
                  <c:v>3.713572067</c:v>
                </c:pt>
                <c:pt idx="82">
                  <c:v>3.295836866</c:v>
                </c:pt>
                <c:pt idx="83">
                  <c:v>5.214935758</c:v>
                </c:pt>
                <c:pt idx="84">
                  <c:v>1.945910149</c:v>
                </c:pt>
                <c:pt idx="85">
                  <c:v>1.791759469</c:v>
                </c:pt>
                <c:pt idx="86">
                  <c:v>2.995732274</c:v>
                </c:pt>
                <c:pt idx="87">
                  <c:v>3.433987204</c:v>
                </c:pt>
                <c:pt idx="88">
                  <c:v>2.995732274</c:v>
                </c:pt>
                <c:pt idx="89">
                  <c:v>0.6931471806</c:v>
                </c:pt>
                <c:pt idx="90">
                  <c:v>0.6931471806</c:v>
                </c:pt>
                <c:pt idx="91">
                  <c:v>2.564949357</c:v>
                </c:pt>
                <c:pt idx="92">
                  <c:v>3.433987204</c:v>
                </c:pt>
                <c:pt idx="93">
                  <c:v>2.079441542</c:v>
                </c:pt>
                <c:pt idx="94">
                  <c:v>1.791759469</c:v>
                </c:pt>
                <c:pt idx="95">
                  <c:v>1.945910149</c:v>
                </c:pt>
                <c:pt idx="96">
                  <c:v>1.791759469</c:v>
                </c:pt>
                <c:pt idx="97">
                  <c:v>3.871201011</c:v>
                </c:pt>
                <c:pt idx="98">
                  <c:v>3.401197382</c:v>
                </c:pt>
                <c:pt idx="99">
                  <c:v>1.791759469</c:v>
                </c:pt>
                <c:pt idx="100">
                  <c:v>4.043051268</c:v>
                </c:pt>
                <c:pt idx="101">
                  <c:v>0.6931471806</c:v>
                </c:pt>
                <c:pt idx="102">
                  <c:v>2.772588722</c:v>
                </c:pt>
                <c:pt idx="103">
                  <c:v>0.6931471806</c:v>
                </c:pt>
                <c:pt idx="104">
                  <c:v>1.386294361</c:v>
                </c:pt>
                <c:pt idx="105">
                  <c:v>2.63905733</c:v>
                </c:pt>
                <c:pt idx="106">
                  <c:v>0.6931471806</c:v>
                </c:pt>
                <c:pt idx="107">
                  <c:v>2.63905733</c:v>
                </c:pt>
                <c:pt idx="108">
                  <c:v>0.6931471806</c:v>
                </c:pt>
                <c:pt idx="109">
                  <c:v>1.945910149</c:v>
                </c:pt>
                <c:pt idx="110">
                  <c:v>1.386294361</c:v>
                </c:pt>
                <c:pt idx="111">
                  <c:v>5.003946306</c:v>
                </c:pt>
                <c:pt idx="112">
                  <c:v>2.995732274</c:v>
                </c:pt>
                <c:pt idx="113">
                  <c:v>2.48490665</c:v>
                </c:pt>
                <c:pt idx="114">
                  <c:v>3.465735903</c:v>
                </c:pt>
                <c:pt idx="115">
                  <c:v>1.386294361</c:v>
                </c:pt>
                <c:pt idx="116">
                  <c:v>3.526360525</c:v>
                </c:pt>
                <c:pt idx="117">
                  <c:v>2.079441542</c:v>
                </c:pt>
                <c:pt idx="118">
                  <c:v>1.945910149</c:v>
                </c:pt>
                <c:pt idx="119">
                  <c:v>3.737669618</c:v>
                </c:pt>
                <c:pt idx="120">
                  <c:v>2.995732274</c:v>
                </c:pt>
                <c:pt idx="121">
                  <c:v>5.214935758</c:v>
                </c:pt>
                <c:pt idx="122">
                  <c:v>1.791759469</c:v>
                </c:pt>
                <c:pt idx="123">
                  <c:v>0.6931471806</c:v>
                </c:pt>
                <c:pt idx="124">
                  <c:v>0.6931471806</c:v>
                </c:pt>
                <c:pt idx="125">
                  <c:v>0.6931471806</c:v>
                </c:pt>
                <c:pt idx="126">
                  <c:v>5.627621114</c:v>
                </c:pt>
                <c:pt idx="127">
                  <c:v>0.6931471806</c:v>
                </c:pt>
                <c:pt idx="128">
                  <c:v>3.258096538</c:v>
                </c:pt>
                <c:pt idx="129">
                  <c:v>3.135494216</c:v>
                </c:pt>
                <c:pt idx="130">
                  <c:v>1.609437912</c:v>
                </c:pt>
                <c:pt idx="131">
                  <c:v>3.496507561</c:v>
                </c:pt>
                <c:pt idx="132">
                  <c:v>2.772588722</c:v>
                </c:pt>
                <c:pt idx="133">
                  <c:v>3.713572067</c:v>
                </c:pt>
                <c:pt idx="134">
                  <c:v>3.610917913</c:v>
                </c:pt>
                <c:pt idx="135">
                  <c:v>0.6931471806</c:v>
                </c:pt>
                <c:pt idx="136">
                  <c:v>4.290459441</c:v>
                </c:pt>
                <c:pt idx="137">
                  <c:v>1.386294361</c:v>
                </c:pt>
                <c:pt idx="138">
                  <c:v>2.397895273</c:v>
                </c:pt>
                <c:pt idx="139">
                  <c:v>2.197224577</c:v>
                </c:pt>
                <c:pt idx="140">
                  <c:v>4.753590191</c:v>
                </c:pt>
                <c:pt idx="141">
                  <c:v>2.995732274</c:v>
                </c:pt>
                <c:pt idx="142">
                  <c:v>3.496507561</c:v>
                </c:pt>
                <c:pt idx="143">
                  <c:v>1.098612289</c:v>
                </c:pt>
                <c:pt idx="144">
                  <c:v>4.955827058</c:v>
                </c:pt>
                <c:pt idx="145">
                  <c:v>2.397895273</c:v>
                </c:pt>
                <c:pt idx="146">
                  <c:v>3.465735903</c:v>
                </c:pt>
                <c:pt idx="147">
                  <c:v>3.33220451</c:v>
                </c:pt>
                <c:pt idx="148">
                  <c:v>3.36729583</c:v>
                </c:pt>
                <c:pt idx="149">
                  <c:v>4.753590191</c:v>
                </c:pt>
                <c:pt idx="150">
                  <c:v>2.302585093</c:v>
                </c:pt>
                <c:pt idx="151">
                  <c:v>3.135494216</c:v>
                </c:pt>
                <c:pt idx="152">
                  <c:v>1.098612289</c:v>
                </c:pt>
                <c:pt idx="153">
                  <c:v>2.890371758</c:v>
                </c:pt>
                <c:pt idx="154">
                  <c:v>2.197224577</c:v>
                </c:pt>
                <c:pt idx="155">
                  <c:v>2.708050201</c:v>
                </c:pt>
                <c:pt idx="156">
                  <c:v>3.17805383</c:v>
                </c:pt>
                <c:pt idx="157">
                  <c:v>4.615120517</c:v>
                </c:pt>
                <c:pt idx="158">
                  <c:v>2.197224577</c:v>
                </c:pt>
                <c:pt idx="159">
                  <c:v>1.386294361</c:v>
                </c:pt>
                <c:pt idx="160">
                  <c:v>3.091042453</c:v>
                </c:pt>
                <c:pt idx="161">
                  <c:v>1.386294361</c:v>
                </c:pt>
                <c:pt idx="162">
                  <c:v>3.784189634</c:v>
                </c:pt>
                <c:pt idx="163">
                  <c:v>1.386294361</c:v>
                </c:pt>
                <c:pt idx="164">
                  <c:v>2.890371758</c:v>
                </c:pt>
                <c:pt idx="165">
                  <c:v>3.295836866</c:v>
                </c:pt>
                <c:pt idx="166">
                  <c:v>2.48490665</c:v>
                </c:pt>
                <c:pt idx="167">
                  <c:v>2.63905733</c:v>
                </c:pt>
                <c:pt idx="168">
                  <c:v>0.6931471806</c:v>
                </c:pt>
                <c:pt idx="169">
                  <c:v>2.302585093</c:v>
                </c:pt>
                <c:pt idx="170">
                  <c:v>4.127134385</c:v>
                </c:pt>
                <c:pt idx="171">
                  <c:v>3.135494216</c:v>
                </c:pt>
                <c:pt idx="172">
                  <c:v>1.609437912</c:v>
                </c:pt>
                <c:pt idx="173">
                  <c:v>3.218875825</c:v>
                </c:pt>
                <c:pt idx="174">
                  <c:v>3.36729583</c:v>
                </c:pt>
                <c:pt idx="175">
                  <c:v>3.258096538</c:v>
                </c:pt>
                <c:pt idx="176">
                  <c:v>4.276666119</c:v>
                </c:pt>
                <c:pt idx="177">
                  <c:v>5.424950017</c:v>
                </c:pt>
                <c:pt idx="178">
                  <c:v>1.609437912</c:v>
                </c:pt>
                <c:pt idx="179">
                  <c:v>2.63905733</c:v>
                </c:pt>
                <c:pt idx="180">
                  <c:v>3.761200116</c:v>
                </c:pt>
                <c:pt idx="181">
                  <c:v>1.945910149</c:v>
                </c:pt>
                <c:pt idx="182">
                  <c:v>1.098612289</c:v>
                </c:pt>
                <c:pt idx="183">
                  <c:v>1.386294361</c:v>
                </c:pt>
                <c:pt idx="184">
                  <c:v>1.098612289</c:v>
                </c:pt>
                <c:pt idx="185">
                  <c:v>1.098612289</c:v>
                </c:pt>
                <c:pt idx="186">
                  <c:v>0.6931471806</c:v>
                </c:pt>
                <c:pt idx="187">
                  <c:v>2.302585093</c:v>
                </c:pt>
                <c:pt idx="188">
                  <c:v>2.397895273</c:v>
                </c:pt>
                <c:pt idx="189">
                  <c:v>2.48490665</c:v>
                </c:pt>
                <c:pt idx="190">
                  <c:v>3.433987204</c:v>
                </c:pt>
                <c:pt idx="191">
                  <c:v>0.6931471806</c:v>
                </c:pt>
                <c:pt idx="192">
                  <c:v>2.944438979</c:v>
                </c:pt>
                <c:pt idx="193">
                  <c:v>3.17805383</c:v>
                </c:pt>
                <c:pt idx="194">
                  <c:v>3.17805383</c:v>
                </c:pt>
                <c:pt idx="195">
                  <c:v>3.80666249</c:v>
                </c:pt>
                <c:pt idx="196">
                  <c:v>2.833213344</c:v>
                </c:pt>
                <c:pt idx="197">
                  <c:v>0.6931471806</c:v>
                </c:pt>
                <c:pt idx="198">
                  <c:v>3.258096538</c:v>
                </c:pt>
                <c:pt idx="199">
                  <c:v>0.6931471806</c:v>
                </c:pt>
                <c:pt idx="200">
                  <c:v>2.302585093</c:v>
                </c:pt>
                <c:pt idx="201">
                  <c:v>2.397895273</c:v>
                </c:pt>
                <c:pt idx="202">
                  <c:v>1.098612289</c:v>
                </c:pt>
                <c:pt idx="203">
                  <c:v>2.708050201</c:v>
                </c:pt>
                <c:pt idx="204">
                  <c:v>3.610917913</c:v>
                </c:pt>
                <c:pt idx="205">
                  <c:v>2.397895273</c:v>
                </c:pt>
                <c:pt idx="206">
                  <c:v>0.6931471806</c:v>
                </c:pt>
                <c:pt idx="207">
                  <c:v>1.791759469</c:v>
                </c:pt>
                <c:pt idx="208">
                  <c:v>1.386294361</c:v>
                </c:pt>
                <c:pt idx="209">
                  <c:v>1.609437912</c:v>
                </c:pt>
                <c:pt idx="210">
                  <c:v>0.6931471806</c:v>
                </c:pt>
                <c:pt idx="211">
                  <c:v>2.397895273</c:v>
                </c:pt>
                <c:pt idx="212">
                  <c:v>2.197224577</c:v>
                </c:pt>
                <c:pt idx="213">
                  <c:v>0.6931471806</c:v>
                </c:pt>
                <c:pt idx="214">
                  <c:v>1.386294361</c:v>
                </c:pt>
                <c:pt idx="215">
                  <c:v>1.386294361</c:v>
                </c:pt>
                <c:pt idx="216">
                  <c:v>1.386294361</c:v>
                </c:pt>
                <c:pt idx="217">
                  <c:v>3.258096538</c:v>
                </c:pt>
                <c:pt idx="218">
                  <c:v>0.6931471806</c:v>
                </c:pt>
                <c:pt idx="219">
                  <c:v>3.583518938</c:v>
                </c:pt>
                <c:pt idx="220">
                  <c:v>2.079441542</c:v>
                </c:pt>
                <c:pt idx="221">
                  <c:v>1.386294361</c:v>
                </c:pt>
                <c:pt idx="222">
                  <c:v>2.995732274</c:v>
                </c:pt>
                <c:pt idx="223">
                  <c:v>1.386294361</c:v>
                </c:pt>
                <c:pt idx="224">
                  <c:v>1.791759469</c:v>
                </c:pt>
                <c:pt idx="225">
                  <c:v>2.833213344</c:v>
                </c:pt>
                <c:pt idx="226">
                  <c:v>2.833213344</c:v>
                </c:pt>
                <c:pt idx="227">
                  <c:v>1.098612289</c:v>
                </c:pt>
                <c:pt idx="228">
                  <c:v>3.988984047</c:v>
                </c:pt>
                <c:pt idx="229">
                  <c:v>3.044522438</c:v>
                </c:pt>
                <c:pt idx="230">
                  <c:v>4.804021045</c:v>
                </c:pt>
                <c:pt idx="231">
                  <c:v>1.098612289</c:v>
                </c:pt>
                <c:pt idx="232">
                  <c:v>3.555348061</c:v>
                </c:pt>
                <c:pt idx="233">
                  <c:v>2.397895273</c:v>
                </c:pt>
                <c:pt idx="234">
                  <c:v>1.945910149</c:v>
                </c:pt>
                <c:pt idx="235">
                  <c:v>2.833213344</c:v>
                </c:pt>
                <c:pt idx="236">
                  <c:v>1.609437912</c:v>
                </c:pt>
                <c:pt idx="237">
                  <c:v>2.63905733</c:v>
                </c:pt>
                <c:pt idx="238">
                  <c:v>3.36729583</c:v>
                </c:pt>
                <c:pt idx="239">
                  <c:v>2.48490665</c:v>
                </c:pt>
                <c:pt idx="240">
                  <c:v>3.610917913</c:v>
                </c:pt>
                <c:pt idx="241">
                  <c:v>0.6931471806</c:v>
                </c:pt>
                <c:pt idx="242">
                  <c:v>2.197224577</c:v>
                </c:pt>
                <c:pt idx="243">
                  <c:v>2.564949357</c:v>
                </c:pt>
                <c:pt idx="244">
                  <c:v>2.995732274</c:v>
                </c:pt>
                <c:pt idx="245">
                  <c:v>1.945910149</c:v>
                </c:pt>
                <c:pt idx="246">
                  <c:v>2.197224577</c:v>
                </c:pt>
                <c:pt idx="247">
                  <c:v>1.791759469</c:v>
                </c:pt>
                <c:pt idx="248">
                  <c:v>4.430816799</c:v>
                </c:pt>
                <c:pt idx="249">
                  <c:v>3.258096538</c:v>
                </c:pt>
                <c:pt idx="250">
                  <c:v>2.079441542</c:v>
                </c:pt>
                <c:pt idx="251">
                  <c:v>1.945910149</c:v>
                </c:pt>
                <c:pt idx="252">
                  <c:v>2.772588722</c:v>
                </c:pt>
                <c:pt idx="253">
                  <c:v>2.302585093</c:v>
                </c:pt>
                <c:pt idx="254">
                  <c:v>1.386294361</c:v>
                </c:pt>
                <c:pt idx="255">
                  <c:v>3.135494216</c:v>
                </c:pt>
                <c:pt idx="256">
                  <c:v>1.609437912</c:v>
                </c:pt>
                <c:pt idx="257">
                  <c:v>4.442651256</c:v>
                </c:pt>
                <c:pt idx="258">
                  <c:v>5.686975356</c:v>
                </c:pt>
                <c:pt idx="259">
                  <c:v>1.386294361</c:v>
                </c:pt>
                <c:pt idx="260">
                  <c:v>4.465908119</c:v>
                </c:pt>
                <c:pt idx="261">
                  <c:v>4.624972813</c:v>
                </c:pt>
                <c:pt idx="262">
                  <c:v>3.465735903</c:v>
                </c:pt>
                <c:pt idx="263">
                  <c:v>1.791759469</c:v>
                </c:pt>
                <c:pt idx="264">
                  <c:v>4.49980967</c:v>
                </c:pt>
                <c:pt idx="265">
                  <c:v>4.875197323</c:v>
                </c:pt>
                <c:pt idx="266">
                  <c:v>2.63905733</c:v>
                </c:pt>
                <c:pt idx="267">
                  <c:v>2.302585093</c:v>
                </c:pt>
                <c:pt idx="268">
                  <c:v>4.077537444</c:v>
                </c:pt>
                <c:pt idx="269">
                  <c:v>1.098612289</c:v>
                </c:pt>
                <c:pt idx="270">
                  <c:v>5.717027701</c:v>
                </c:pt>
                <c:pt idx="271">
                  <c:v>2.708050201</c:v>
                </c:pt>
                <c:pt idx="272">
                  <c:v>1.609437912</c:v>
                </c:pt>
                <c:pt idx="273">
                  <c:v>1.386294361</c:v>
                </c:pt>
                <c:pt idx="274">
                  <c:v>3.258096538</c:v>
                </c:pt>
                <c:pt idx="275">
                  <c:v>1.791759469</c:v>
                </c:pt>
                <c:pt idx="276">
                  <c:v>0.6931471806</c:v>
                </c:pt>
                <c:pt idx="277">
                  <c:v>3.218875825</c:v>
                </c:pt>
                <c:pt idx="278">
                  <c:v>2.944438979</c:v>
                </c:pt>
              </c:numCache>
            </c:numRef>
          </c:xVal>
          <c:yVal>
            <c:numRef>
              <c:f>'Chart Data'!$B$2:$B$280</c:f>
              <c:numCache>
                <c:formatCode>0.00</c:formatCode>
                <c:ptCount val="279"/>
                <c:pt idx="0">
                  <c:v>0.006895495</c:v>
                </c:pt>
                <c:pt idx="1">
                  <c:v>-0.017568486</c:v>
                </c:pt>
                <c:pt idx="2">
                  <c:v>0.006105613</c:v>
                </c:pt>
                <c:pt idx="3">
                  <c:v>0.004966146</c:v>
                </c:pt>
                <c:pt idx="4">
                  <c:v>0.0061907372</c:v>
                </c:pt>
                <c:pt idx="5">
                  <c:v>0.005726168</c:v>
                </c:pt>
                <c:pt idx="6">
                  <c:v>0.008467207</c:v>
                </c:pt>
                <c:pt idx="7">
                  <c:v>-0.004765853</c:v>
                </c:pt>
                <c:pt idx="8">
                  <c:v>0.004315157</c:v>
                </c:pt>
                <c:pt idx="9">
                  <c:v>-0.010424755</c:v>
                </c:pt>
                <c:pt idx="10">
                  <c:v>-0.031880382</c:v>
                </c:pt>
                <c:pt idx="11">
                  <c:v>-0.060557358</c:v>
                </c:pt>
                <c:pt idx="12">
                  <c:v>0.008225293</c:v>
                </c:pt>
                <c:pt idx="13">
                  <c:v>0.010402838</c:v>
                </c:pt>
                <c:pt idx="14">
                  <c:v>0.008531121</c:v>
                </c:pt>
                <c:pt idx="15">
                  <c:v>-0.017078537</c:v>
                </c:pt>
                <c:pt idx="16">
                  <c:v>0.009889293</c:v>
                </c:pt>
                <c:pt idx="17">
                  <c:v>0.0063942443</c:v>
                </c:pt>
                <c:pt idx="18">
                  <c:v>0.010334504</c:v>
                </c:pt>
                <c:pt idx="19">
                  <c:v>-0.012464691</c:v>
                </c:pt>
                <c:pt idx="20">
                  <c:v>0.003761818</c:v>
                </c:pt>
                <c:pt idx="21">
                  <c:v>0.0043039625</c:v>
                </c:pt>
                <c:pt idx="22">
                  <c:v>0.009595689</c:v>
                </c:pt>
                <c:pt idx="23">
                  <c:v>0.006576479</c:v>
                </c:pt>
                <c:pt idx="24">
                  <c:v>0.0049488344</c:v>
                </c:pt>
                <c:pt idx="25">
                  <c:v>0.00661542</c:v>
                </c:pt>
                <c:pt idx="26">
                  <c:v>0.0071660625</c:v>
                </c:pt>
                <c:pt idx="27">
                  <c:v>-0.0012042786</c:v>
                </c:pt>
                <c:pt idx="28">
                  <c:v>0.0105160205</c:v>
                </c:pt>
                <c:pt idx="29">
                  <c:v>-0.010505492</c:v>
                </c:pt>
                <c:pt idx="30">
                  <c:v>0.0075486735</c:v>
                </c:pt>
                <c:pt idx="31">
                  <c:v>0.008466119</c:v>
                </c:pt>
                <c:pt idx="32">
                  <c:v>0.005489851</c:v>
                </c:pt>
                <c:pt idx="33">
                  <c:v>0.0074906223</c:v>
                </c:pt>
                <c:pt idx="34">
                  <c:v>0.0067244703</c:v>
                </c:pt>
                <c:pt idx="35">
                  <c:v>0.004058112</c:v>
                </c:pt>
                <c:pt idx="36">
                  <c:v>-0.026996693</c:v>
                </c:pt>
                <c:pt idx="37">
                  <c:v>-0.012704604</c:v>
                </c:pt>
                <c:pt idx="38">
                  <c:v>0.0022517177</c:v>
                </c:pt>
                <c:pt idx="39">
                  <c:v>0.011659179</c:v>
                </c:pt>
                <c:pt idx="40">
                  <c:v>0.0075535304</c:v>
                </c:pt>
                <c:pt idx="41">
                  <c:v>0.006847621</c:v>
                </c:pt>
                <c:pt idx="42">
                  <c:v>-0.009800777</c:v>
                </c:pt>
                <c:pt idx="43">
                  <c:v>0.0048897015</c:v>
                </c:pt>
                <c:pt idx="44">
                  <c:v>0.008878141</c:v>
                </c:pt>
                <c:pt idx="45">
                  <c:v>5.238384E-05</c:v>
                </c:pt>
                <c:pt idx="46">
                  <c:v>0.0107500255</c:v>
                </c:pt>
                <c:pt idx="47">
                  <c:v>0.006218837</c:v>
                </c:pt>
                <c:pt idx="48">
                  <c:v>-0.0087109795</c:v>
                </c:pt>
                <c:pt idx="49">
                  <c:v>0.0072433874</c:v>
                </c:pt>
                <c:pt idx="50">
                  <c:v>0.008755568</c:v>
                </c:pt>
                <c:pt idx="51">
                  <c:v>0.0056797103</c:v>
                </c:pt>
                <c:pt idx="52">
                  <c:v>-2.4277171E-05</c:v>
                </c:pt>
                <c:pt idx="53">
                  <c:v>-0.0052559744</c:v>
                </c:pt>
                <c:pt idx="54">
                  <c:v>0.011325299</c:v>
                </c:pt>
                <c:pt idx="55">
                  <c:v>0.0014108298</c:v>
                </c:pt>
                <c:pt idx="56">
                  <c:v>0.0073388577</c:v>
                </c:pt>
                <c:pt idx="57">
                  <c:v>0.009767961</c:v>
                </c:pt>
                <c:pt idx="58">
                  <c:v>-0.006028619</c:v>
                </c:pt>
                <c:pt idx="59">
                  <c:v>0.009977287</c:v>
                </c:pt>
                <c:pt idx="60">
                  <c:v>-0.0021364356</c:v>
                </c:pt>
                <c:pt idx="61">
                  <c:v>0.010206893</c:v>
                </c:pt>
                <c:pt idx="62">
                  <c:v>-0.005486131</c:v>
                </c:pt>
                <c:pt idx="63">
                  <c:v>0.0058985106</c:v>
                </c:pt>
                <c:pt idx="64">
                  <c:v>0.0063506034</c:v>
                </c:pt>
                <c:pt idx="65">
                  <c:v>-0.010593458</c:v>
                </c:pt>
                <c:pt idx="66">
                  <c:v>0.01182991</c:v>
                </c:pt>
                <c:pt idx="67">
                  <c:v>0.006105224</c:v>
                </c:pt>
                <c:pt idx="68">
                  <c:v>-0.019062707</c:v>
                </c:pt>
                <c:pt idx="69">
                  <c:v>-0.013505303</c:v>
                </c:pt>
                <c:pt idx="70">
                  <c:v>0.00093266537</c:v>
                </c:pt>
                <c:pt idx="71">
                  <c:v>-0.013305993</c:v>
                </c:pt>
                <c:pt idx="72">
                  <c:v>0.0054744566</c:v>
                </c:pt>
                <c:pt idx="73">
                  <c:v>-0.030979468</c:v>
                </c:pt>
                <c:pt idx="74">
                  <c:v>0.0065294374</c:v>
                </c:pt>
                <c:pt idx="75">
                  <c:v>-0.0009868551</c:v>
                </c:pt>
                <c:pt idx="76">
                  <c:v>-0.0114666335</c:v>
                </c:pt>
                <c:pt idx="77">
                  <c:v>-0.0133324955</c:v>
                </c:pt>
                <c:pt idx="78">
                  <c:v>-0.012769319</c:v>
                </c:pt>
                <c:pt idx="79">
                  <c:v>0.0070440653</c:v>
                </c:pt>
                <c:pt idx="80">
                  <c:v>0.009586001</c:v>
                </c:pt>
                <c:pt idx="81">
                  <c:v>-0.0030189033</c:v>
                </c:pt>
                <c:pt idx="82">
                  <c:v>0.0019814337</c:v>
                </c:pt>
                <c:pt idx="83">
                  <c:v>-0.038724925</c:v>
                </c:pt>
                <c:pt idx="84">
                  <c:v>0.008880776</c:v>
                </c:pt>
                <c:pt idx="85">
                  <c:v>0.01254774</c:v>
                </c:pt>
                <c:pt idx="86">
                  <c:v>0.006867575</c:v>
                </c:pt>
                <c:pt idx="87">
                  <c:v>0.0018005534</c:v>
                </c:pt>
                <c:pt idx="88">
                  <c:v>0.007864266</c:v>
                </c:pt>
                <c:pt idx="89">
                  <c:v>-0.006999288</c:v>
                </c:pt>
                <c:pt idx="90">
                  <c:v>0.0059710126</c:v>
                </c:pt>
                <c:pt idx="91">
                  <c:v>0.005068337</c:v>
                </c:pt>
                <c:pt idx="92">
                  <c:v>0.0014636932</c:v>
                </c:pt>
                <c:pt idx="93">
                  <c:v>0.009810754</c:v>
                </c:pt>
                <c:pt idx="94">
                  <c:v>0.008993057</c:v>
                </c:pt>
                <c:pt idx="95">
                  <c:v>0.0077283736</c:v>
                </c:pt>
                <c:pt idx="96">
                  <c:v>0.0070566065</c:v>
                </c:pt>
                <c:pt idx="97">
                  <c:v>-0.015275694</c:v>
                </c:pt>
                <c:pt idx="98">
                  <c:v>0.0027649736</c:v>
                </c:pt>
                <c:pt idx="99">
                  <c:v>0.0075470046</c:v>
                </c:pt>
                <c:pt idx="100">
                  <c:v>-0.01083243</c:v>
                </c:pt>
                <c:pt idx="101">
                  <c:v>0.010598507</c:v>
                </c:pt>
                <c:pt idx="102">
                  <c:v>0.0066409954</c:v>
                </c:pt>
                <c:pt idx="103">
                  <c:v>0.0018912392</c:v>
                </c:pt>
                <c:pt idx="104">
                  <c:v>0.002943422</c:v>
                </c:pt>
                <c:pt idx="105">
                  <c:v>0.0103330165</c:v>
                </c:pt>
                <c:pt idx="106">
                  <c:v>0.0068598245</c:v>
                </c:pt>
                <c:pt idx="107">
                  <c:v>0.012518673</c:v>
                </c:pt>
                <c:pt idx="108">
                  <c:v>0.009419362</c:v>
                </c:pt>
                <c:pt idx="109">
                  <c:v>0.010370819</c:v>
                </c:pt>
                <c:pt idx="110">
                  <c:v>0.008594645</c:v>
                </c:pt>
                <c:pt idx="111">
                  <c:v>-0.05384637</c:v>
                </c:pt>
                <c:pt idx="112">
                  <c:v>0.0036778245</c:v>
                </c:pt>
                <c:pt idx="113">
                  <c:v>0.0089982785</c:v>
                </c:pt>
                <c:pt idx="114">
                  <c:v>0.0053106654</c:v>
                </c:pt>
                <c:pt idx="115">
                  <c:v>0.0061321408</c:v>
                </c:pt>
                <c:pt idx="116">
                  <c:v>-0.002231394</c:v>
                </c:pt>
                <c:pt idx="117">
                  <c:v>0.007980934</c:v>
                </c:pt>
                <c:pt idx="118">
                  <c:v>0.0067740544</c:v>
                </c:pt>
                <c:pt idx="119">
                  <c:v>-0.0015548472</c:v>
                </c:pt>
                <c:pt idx="120">
                  <c:v>0.005450173</c:v>
                </c:pt>
                <c:pt idx="121">
                  <c:v>-0.03869393</c:v>
                </c:pt>
                <c:pt idx="122">
                  <c:v>0.007893277</c:v>
                </c:pt>
                <c:pt idx="123">
                  <c:v>0.0048214816</c:v>
                </c:pt>
                <c:pt idx="124">
                  <c:v>0.0056966823</c:v>
                </c:pt>
                <c:pt idx="125">
                  <c:v>0.005158658</c:v>
                </c:pt>
                <c:pt idx="126">
                  <c:v>-0.039595902</c:v>
                </c:pt>
                <c:pt idx="127">
                  <c:v>0.016396921</c:v>
                </c:pt>
                <c:pt idx="128">
                  <c:v>0.007663057</c:v>
                </c:pt>
                <c:pt idx="129">
                  <c:v>0.0069696447</c:v>
                </c:pt>
                <c:pt idx="130">
                  <c:v>0.008282104</c:v>
                </c:pt>
                <c:pt idx="131">
                  <c:v>0.0065422235</c:v>
                </c:pt>
                <c:pt idx="132">
                  <c:v>0.008166496</c:v>
                </c:pt>
                <c:pt idx="133">
                  <c:v>-0.0026793024</c:v>
                </c:pt>
                <c:pt idx="134">
                  <c:v>-0.0066982466</c:v>
                </c:pt>
                <c:pt idx="135">
                  <c:v>0.0038307875</c:v>
                </c:pt>
                <c:pt idx="136">
                  <c:v>-0.013003</c:v>
                </c:pt>
                <c:pt idx="137">
                  <c:v>0.0059311376</c:v>
                </c:pt>
                <c:pt idx="138">
                  <c:v>0.008957203</c:v>
                </c:pt>
                <c:pt idx="139">
                  <c:v>0.008058802</c:v>
                </c:pt>
                <c:pt idx="140">
                  <c:v>-0.021009834</c:v>
                </c:pt>
                <c:pt idx="141">
                  <c:v>0.005932412</c:v>
                </c:pt>
                <c:pt idx="142">
                  <c:v>0.0038345477</c:v>
                </c:pt>
                <c:pt idx="143">
                  <c:v>0.008629318</c:v>
                </c:pt>
                <c:pt idx="144">
                  <c:v>-0.0324292</c:v>
                </c:pt>
                <c:pt idx="145">
                  <c:v>0.008715957</c:v>
                </c:pt>
                <c:pt idx="146">
                  <c:v>-0.0046916096</c:v>
                </c:pt>
                <c:pt idx="147">
                  <c:v>0.007105223</c:v>
                </c:pt>
                <c:pt idx="148">
                  <c:v>0.004036775</c:v>
                </c:pt>
                <c:pt idx="149">
                  <c:v>-0.030112218</c:v>
                </c:pt>
                <c:pt idx="150">
                  <c:v>0.007918729</c:v>
                </c:pt>
                <c:pt idx="151">
                  <c:v>-0.0034963512</c:v>
                </c:pt>
                <c:pt idx="152">
                  <c:v>0.00045262405</c:v>
                </c:pt>
                <c:pt idx="153">
                  <c:v>0.003931426</c:v>
                </c:pt>
                <c:pt idx="154">
                  <c:v>0.011735226</c:v>
                </c:pt>
                <c:pt idx="155">
                  <c:v>0.005994564</c:v>
                </c:pt>
                <c:pt idx="156">
                  <c:v>0.0035348022</c:v>
                </c:pt>
                <c:pt idx="157">
                  <c:v>-0.018982638</c:v>
                </c:pt>
                <c:pt idx="158">
                  <c:v>0.011599345</c:v>
                </c:pt>
                <c:pt idx="159">
                  <c:v>0.003228007</c:v>
                </c:pt>
                <c:pt idx="160">
                  <c:v>0.0073598265</c:v>
                </c:pt>
                <c:pt idx="161">
                  <c:v>0.0009927987</c:v>
                </c:pt>
                <c:pt idx="162">
                  <c:v>-0.00623397</c:v>
                </c:pt>
                <c:pt idx="163">
                  <c:v>0.0059752674</c:v>
                </c:pt>
                <c:pt idx="164">
                  <c:v>0.0071085105</c:v>
                </c:pt>
                <c:pt idx="165">
                  <c:v>0.0041062227</c:v>
                </c:pt>
                <c:pt idx="166">
                  <c:v>0.010034162</c:v>
                </c:pt>
                <c:pt idx="167">
                  <c:v>0.005445114</c:v>
                </c:pt>
                <c:pt idx="168">
                  <c:v>0.0052198065</c:v>
                </c:pt>
                <c:pt idx="169">
                  <c:v>0.007064783</c:v>
                </c:pt>
                <c:pt idx="170">
                  <c:v>-0.012287157</c:v>
                </c:pt>
                <c:pt idx="171">
                  <c:v>0.0066849263</c:v>
                </c:pt>
                <c:pt idx="172">
                  <c:v>0.006137453</c:v>
                </c:pt>
                <c:pt idx="173">
                  <c:v>0.009180021</c:v>
                </c:pt>
                <c:pt idx="174">
                  <c:v>0.005167013</c:v>
                </c:pt>
                <c:pt idx="175">
                  <c:v>0.0055879503</c:v>
                </c:pt>
                <c:pt idx="176">
                  <c:v>-0.019309746</c:v>
                </c:pt>
                <c:pt idx="177">
                  <c:v>-0.038978264</c:v>
                </c:pt>
                <c:pt idx="178">
                  <c:v>0.006572367</c:v>
                </c:pt>
                <c:pt idx="179">
                  <c:v>0.00728032</c:v>
                </c:pt>
                <c:pt idx="180">
                  <c:v>-0.008660371</c:v>
                </c:pt>
                <c:pt idx="181">
                  <c:v>0.007915611</c:v>
                </c:pt>
                <c:pt idx="182">
                  <c:v>0.006907481</c:v>
                </c:pt>
                <c:pt idx="183">
                  <c:v>0.0072007994</c:v>
                </c:pt>
                <c:pt idx="184">
                  <c:v>0.003815436</c:v>
                </c:pt>
                <c:pt idx="185">
                  <c:v>0.004167205</c:v>
                </c:pt>
                <c:pt idx="186">
                  <c:v>0.0048502926</c:v>
                </c:pt>
                <c:pt idx="187">
                  <c:v>0.00841758</c:v>
                </c:pt>
                <c:pt idx="188">
                  <c:v>0.0067520076</c:v>
                </c:pt>
                <c:pt idx="189">
                  <c:v>0.009054926</c:v>
                </c:pt>
                <c:pt idx="190">
                  <c:v>0.0032624204</c:v>
                </c:pt>
                <c:pt idx="191">
                  <c:v>-0.0021910912</c:v>
                </c:pt>
                <c:pt idx="192">
                  <c:v>0.0055783214</c:v>
                </c:pt>
                <c:pt idx="193">
                  <c:v>0.0066607</c:v>
                </c:pt>
                <c:pt idx="194">
                  <c:v>0.0017776599</c:v>
                </c:pt>
                <c:pt idx="195">
                  <c:v>-0.009332243</c:v>
                </c:pt>
                <c:pt idx="196">
                  <c:v>0.0052793273</c:v>
                </c:pt>
                <c:pt idx="197">
                  <c:v>0.0033708678</c:v>
                </c:pt>
                <c:pt idx="198">
                  <c:v>0.0061053284</c:v>
                </c:pt>
                <c:pt idx="199">
                  <c:v>0.0023745706</c:v>
                </c:pt>
                <c:pt idx="200">
                  <c:v>0.011140836</c:v>
                </c:pt>
                <c:pt idx="201">
                  <c:v>0.0075620096</c:v>
                </c:pt>
                <c:pt idx="202">
                  <c:v>0.004464633</c:v>
                </c:pt>
                <c:pt idx="203">
                  <c:v>0.009935398</c:v>
                </c:pt>
                <c:pt idx="204">
                  <c:v>-0.0024865405</c:v>
                </c:pt>
                <c:pt idx="205">
                  <c:v>0.0093023265</c:v>
                </c:pt>
                <c:pt idx="206">
                  <c:v>0.0033713682</c:v>
                </c:pt>
                <c:pt idx="207">
                  <c:v>0.0119915195</c:v>
                </c:pt>
                <c:pt idx="208">
                  <c:v>0.014267791</c:v>
                </c:pt>
                <c:pt idx="209">
                  <c:v>0.008615413</c:v>
                </c:pt>
                <c:pt idx="210">
                  <c:v>0.0042255116</c:v>
                </c:pt>
                <c:pt idx="211">
                  <c:v>0.00607805</c:v>
                </c:pt>
                <c:pt idx="212">
                  <c:v>0.012101381</c:v>
                </c:pt>
                <c:pt idx="213">
                  <c:v>0.0058341688</c:v>
                </c:pt>
                <c:pt idx="214">
                  <c:v>0.010473112</c:v>
                </c:pt>
                <c:pt idx="215">
                  <c:v>0.007008514</c:v>
                </c:pt>
                <c:pt idx="216">
                  <c:v>0.007760243</c:v>
                </c:pt>
                <c:pt idx="217">
                  <c:v>-0.000482444</c:v>
                </c:pt>
                <c:pt idx="218">
                  <c:v>0.010690023</c:v>
                </c:pt>
                <c:pt idx="219">
                  <c:v>-0.007001185</c:v>
                </c:pt>
                <c:pt idx="220">
                  <c:v>0.0070362687</c:v>
                </c:pt>
                <c:pt idx="221">
                  <c:v>0.0028446212</c:v>
                </c:pt>
                <c:pt idx="222">
                  <c:v>0.006347476</c:v>
                </c:pt>
                <c:pt idx="223">
                  <c:v>0.008170698</c:v>
                </c:pt>
                <c:pt idx="224">
                  <c:v>0.009589546</c:v>
                </c:pt>
                <c:pt idx="225">
                  <c:v>0.0069136517</c:v>
                </c:pt>
                <c:pt idx="226">
                  <c:v>-0.00078137923</c:v>
                </c:pt>
                <c:pt idx="227">
                  <c:v>0.0051229186</c:v>
                </c:pt>
                <c:pt idx="228">
                  <c:v>-0.012753148</c:v>
                </c:pt>
                <c:pt idx="229">
                  <c:v>0.0028721686</c:v>
                </c:pt>
                <c:pt idx="230">
                  <c:v>-0.04064052</c:v>
                </c:pt>
                <c:pt idx="231">
                  <c:v>0.0026812006</c:v>
                </c:pt>
                <c:pt idx="232">
                  <c:v>-1.6413122E-05</c:v>
                </c:pt>
                <c:pt idx="233">
                  <c:v>0.008549265</c:v>
                </c:pt>
                <c:pt idx="234">
                  <c:v>0.0048344275</c:v>
                </c:pt>
                <c:pt idx="235">
                  <c:v>0.0033716336</c:v>
                </c:pt>
                <c:pt idx="236">
                  <c:v>0.007110597</c:v>
                </c:pt>
                <c:pt idx="237">
                  <c:v>0.009009381</c:v>
                </c:pt>
                <c:pt idx="238">
                  <c:v>-0.012163754</c:v>
                </c:pt>
                <c:pt idx="239">
                  <c:v>0.009095208</c:v>
                </c:pt>
                <c:pt idx="240">
                  <c:v>0.0007189678</c:v>
                </c:pt>
                <c:pt idx="241">
                  <c:v>0.0075312885</c:v>
                </c:pt>
                <c:pt idx="242">
                  <c:v>0.009567644</c:v>
                </c:pt>
                <c:pt idx="243">
                  <c:v>0.009607372</c:v>
                </c:pt>
                <c:pt idx="244">
                  <c:v>0.004609407</c:v>
                </c:pt>
                <c:pt idx="245">
                  <c:v>0.00794763</c:v>
                </c:pt>
                <c:pt idx="246">
                  <c:v>0.0098365</c:v>
                </c:pt>
                <c:pt idx="247">
                  <c:v>0.009355059</c:v>
                </c:pt>
                <c:pt idx="248">
                  <c:v>-0.018017765</c:v>
                </c:pt>
                <c:pt idx="249">
                  <c:v>0.006449466</c:v>
                </c:pt>
                <c:pt idx="250">
                  <c:v>0.0091066705</c:v>
                </c:pt>
                <c:pt idx="251">
                  <c:v>0.00844617</c:v>
                </c:pt>
                <c:pt idx="252">
                  <c:v>0.0060534156</c:v>
                </c:pt>
                <c:pt idx="253">
                  <c:v>0.009500922</c:v>
                </c:pt>
                <c:pt idx="254">
                  <c:v>0.004609861</c:v>
                </c:pt>
                <c:pt idx="255">
                  <c:v>0.010168305</c:v>
                </c:pt>
                <c:pt idx="256">
                  <c:v>0.0077217743</c:v>
                </c:pt>
                <c:pt idx="257">
                  <c:v>-0.017459301</c:v>
                </c:pt>
                <c:pt idx="258">
                  <c:v>-0.037128787</c:v>
                </c:pt>
                <c:pt idx="259">
                  <c:v>0.0036090133</c:v>
                </c:pt>
                <c:pt idx="260">
                  <c:v>-0.018138152</c:v>
                </c:pt>
                <c:pt idx="261">
                  <c:v>-0.015320041</c:v>
                </c:pt>
                <c:pt idx="262">
                  <c:v>0.0041817008</c:v>
                </c:pt>
                <c:pt idx="263">
                  <c:v>0.008160532</c:v>
                </c:pt>
                <c:pt idx="264">
                  <c:v>-0.02113046</c:v>
                </c:pt>
                <c:pt idx="265">
                  <c:v>-0.023073945</c:v>
                </c:pt>
                <c:pt idx="266">
                  <c:v>0.011714715</c:v>
                </c:pt>
                <c:pt idx="267">
                  <c:v>0.008672211</c:v>
                </c:pt>
                <c:pt idx="268">
                  <c:v>-0.0141609395</c:v>
                </c:pt>
                <c:pt idx="269">
                  <c:v>0.008680414</c:v>
                </c:pt>
                <c:pt idx="270">
                  <c:v>-0.06356076</c:v>
                </c:pt>
                <c:pt idx="271">
                  <c:v>0.010191379</c:v>
                </c:pt>
                <c:pt idx="272">
                  <c:v>0.013151516</c:v>
                </c:pt>
                <c:pt idx="273">
                  <c:v>-0.0007355784</c:v>
                </c:pt>
                <c:pt idx="274">
                  <c:v>0.0067543616</c:v>
                </c:pt>
                <c:pt idx="275">
                  <c:v>0.0108316215</c:v>
                </c:pt>
                <c:pt idx="276">
                  <c:v>0.013640199</c:v>
                </c:pt>
                <c:pt idx="277">
                  <c:v>0.005288459</c:v>
                </c:pt>
                <c:pt idx="278">
                  <c:v>0.0059732287</c:v>
                </c:pt>
              </c:numCache>
            </c:numRef>
          </c:yVal>
        </c:ser>
        <c:ser>
          <c:idx val="1"/>
          <c:order val="1"/>
          <c:tx>
            <c:v>4,7–4,9</c:v>
          </c:tx>
          <c:spPr>
            <a:solidFill xmlns:a="http://schemas.openxmlformats.org/drawingml/2006/main">
              <a:srgbClr val="D8802E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D8802E"/>
              </a:solidFill>
            </c:spPr>
          </c:marker>
          <c:xVal>
            <c:numRef>
              <c:f>'Chart Data'!$C$2:$C$225</c:f>
              <c:numCache>
                <c:formatCode>General</c:formatCode>
                <c:ptCount val="224"/>
                <c:pt idx="0">
                  <c:v>3.17805383</c:v>
                </c:pt>
                <c:pt idx="1">
                  <c:v>4.94875989</c:v>
                </c:pt>
                <c:pt idx="2">
                  <c:v>4.744932128</c:v>
                </c:pt>
                <c:pt idx="3">
                  <c:v>4.828313737</c:v>
                </c:pt>
                <c:pt idx="4">
                  <c:v>5.934894196</c:v>
                </c:pt>
                <c:pt idx="5">
                  <c:v>5.924255797</c:v>
                </c:pt>
                <c:pt idx="6">
                  <c:v>5.92157842</c:v>
                </c:pt>
                <c:pt idx="7">
                  <c:v>4.762173935</c:v>
                </c:pt>
                <c:pt idx="8">
                  <c:v>2.48490665</c:v>
                </c:pt>
                <c:pt idx="9">
                  <c:v>3.401197382</c:v>
                </c:pt>
                <c:pt idx="10">
                  <c:v>2.197224577</c:v>
                </c:pt>
                <c:pt idx="11">
                  <c:v>5.648974238</c:v>
                </c:pt>
                <c:pt idx="12">
                  <c:v>2.197224577</c:v>
                </c:pt>
                <c:pt idx="13">
                  <c:v>4.189654742</c:v>
                </c:pt>
                <c:pt idx="14">
                  <c:v>1.945910149</c:v>
                </c:pt>
                <c:pt idx="15">
                  <c:v>2.302585093</c:v>
                </c:pt>
                <c:pt idx="16">
                  <c:v>3.828641396</c:v>
                </c:pt>
                <c:pt idx="17">
                  <c:v>2.63905733</c:v>
                </c:pt>
                <c:pt idx="18">
                  <c:v>2.63905733</c:v>
                </c:pt>
                <c:pt idx="19">
                  <c:v>3.871201011</c:v>
                </c:pt>
                <c:pt idx="20">
                  <c:v>3.761200116</c:v>
                </c:pt>
                <c:pt idx="21">
                  <c:v>3.36729583</c:v>
                </c:pt>
                <c:pt idx="22">
                  <c:v>2.995732274</c:v>
                </c:pt>
                <c:pt idx="23">
                  <c:v>2.944438979</c:v>
                </c:pt>
                <c:pt idx="24">
                  <c:v>1.791759469</c:v>
                </c:pt>
                <c:pt idx="25">
                  <c:v>3.713572067</c:v>
                </c:pt>
                <c:pt idx="26">
                  <c:v>3.135494216</c:v>
                </c:pt>
                <c:pt idx="27">
                  <c:v>3.401197382</c:v>
                </c:pt>
                <c:pt idx="28">
                  <c:v>4.007333185</c:v>
                </c:pt>
                <c:pt idx="29">
                  <c:v>2.890371758</c:v>
                </c:pt>
                <c:pt idx="30">
                  <c:v>2.48490665</c:v>
                </c:pt>
                <c:pt idx="31">
                  <c:v>2.708050201</c:v>
                </c:pt>
                <c:pt idx="32">
                  <c:v>3.663561646</c:v>
                </c:pt>
                <c:pt idx="33">
                  <c:v>5.978885765</c:v>
                </c:pt>
                <c:pt idx="34">
                  <c:v>4.025351691</c:v>
                </c:pt>
                <c:pt idx="35">
                  <c:v>4.644390899</c:v>
                </c:pt>
                <c:pt idx="36">
                  <c:v>3.044522438</c:v>
                </c:pt>
                <c:pt idx="37">
                  <c:v>2.708050201</c:v>
                </c:pt>
                <c:pt idx="38">
                  <c:v>4.290459441</c:v>
                </c:pt>
                <c:pt idx="39">
                  <c:v>3.784189634</c:v>
                </c:pt>
                <c:pt idx="40">
                  <c:v>1.609437912</c:v>
                </c:pt>
                <c:pt idx="41">
                  <c:v>2.302585093</c:v>
                </c:pt>
                <c:pt idx="42">
                  <c:v>5.966146739</c:v>
                </c:pt>
                <c:pt idx="43">
                  <c:v>3.433987204</c:v>
                </c:pt>
                <c:pt idx="44">
                  <c:v>4.317488114</c:v>
                </c:pt>
                <c:pt idx="45">
                  <c:v>3.496507561</c:v>
                </c:pt>
                <c:pt idx="46">
                  <c:v>5.945420609</c:v>
                </c:pt>
                <c:pt idx="47">
                  <c:v>4.077537444</c:v>
                </c:pt>
                <c:pt idx="48">
                  <c:v>2.995732274</c:v>
                </c:pt>
                <c:pt idx="49">
                  <c:v>4.584967479</c:v>
                </c:pt>
                <c:pt idx="50">
                  <c:v>4.564348191</c:v>
                </c:pt>
                <c:pt idx="51">
                  <c:v>4.564348191</c:v>
                </c:pt>
                <c:pt idx="52">
                  <c:v>4.356708827</c:v>
                </c:pt>
                <c:pt idx="53">
                  <c:v>2.708050201</c:v>
                </c:pt>
                <c:pt idx="54">
                  <c:v>1.791759469</c:v>
                </c:pt>
                <c:pt idx="55">
                  <c:v>2.63905733</c:v>
                </c:pt>
                <c:pt idx="56">
                  <c:v>1.609437912</c:v>
                </c:pt>
                <c:pt idx="57">
                  <c:v>4.33073334</c:v>
                </c:pt>
                <c:pt idx="58">
                  <c:v>2.079441542</c:v>
                </c:pt>
                <c:pt idx="59">
                  <c:v>3.135494216</c:v>
                </c:pt>
                <c:pt idx="60">
                  <c:v>5.826000107</c:v>
                </c:pt>
                <c:pt idx="61">
                  <c:v>4.510859507</c:v>
                </c:pt>
                <c:pt idx="62">
                  <c:v>4.624972813</c:v>
                </c:pt>
                <c:pt idx="63">
                  <c:v>3.218875825</c:v>
                </c:pt>
                <c:pt idx="64">
                  <c:v>4.382026635</c:v>
                </c:pt>
                <c:pt idx="65">
                  <c:v>3.80666249</c:v>
                </c:pt>
                <c:pt idx="66">
                  <c:v>2.302585093</c:v>
                </c:pt>
                <c:pt idx="67">
                  <c:v>5.38907173</c:v>
                </c:pt>
                <c:pt idx="68">
                  <c:v>3.951243719</c:v>
                </c:pt>
                <c:pt idx="69">
                  <c:v>3.091042453</c:v>
                </c:pt>
                <c:pt idx="70">
                  <c:v>2.48490665</c:v>
                </c:pt>
                <c:pt idx="71">
                  <c:v>3.33220451</c:v>
                </c:pt>
                <c:pt idx="72">
                  <c:v>3.135494216</c:v>
                </c:pt>
                <c:pt idx="73">
                  <c:v>5.257495372</c:v>
                </c:pt>
                <c:pt idx="74">
                  <c:v>5.888877958</c:v>
                </c:pt>
                <c:pt idx="75">
                  <c:v>3.465735903</c:v>
                </c:pt>
                <c:pt idx="76">
                  <c:v>3.688879454</c:v>
                </c:pt>
                <c:pt idx="77">
                  <c:v>3.970291914</c:v>
                </c:pt>
                <c:pt idx="78">
                  <c:v>2.079441542</c:v>
                </c:pt>
                <c:pt idx="79">
                  <c:v>3.555348061</c:v>
                </c:pt>
                <c:pt idx="80">
                  <c:v>1.945910149</c:v>
                </c:pt>
                <c:pt idx="81">
                  <c:v>2.890371758</c:v>
                </c:pt>
                <c:pt idx="82">
                  <c:v>3.610917913</c:v>
                </c:pt>
                <c:pt idx="83">
                  <c:v>2.302585093</c:v>
                </c:pt>
                <c:pt idx="84">
                  <c:v>4.442651256</c:v>
                </c:pt>
                <c:pt idx="85">
                  <c:v>5.056245805</c:v>
                </c:pt>
                <c:pt idx="86">
                  <c:v>3.218875825</c:v>
                </c:pt>
                <c:pt idx="87">
                  <c:v>3.258096538</c:v>
                </c:pt>
                <c:pt idx="88">
                  <c:v>2.302585093</c:v>
                </c:pt>
                <c:pt idx="89">
                  <c:v>5.003946306</c:v>
                </c:pt>
                <c:pt idx="90">
                  <c:v>6.593044534</c:v>
                </c:pt>
                <c:pt idx="91">
                  <c:v>4.736198448</c:v>
                </c:pt>
                <c:pt idx="92">
                  <c:v>3.295836866</c:v>
                </c:pt>
                <c:pt idx="93">
                  <c:v>2.944438979</c:v>
                </c:pt>
                <c:pt idx="94">
                  <c:v>3.258096538</c:v>
                </c:pt>
                <c:pt idx="95">
                  <c:v>3.401197382</c:v>
                </c:pt>
                <c:pt idx="96">
                  <c:v>2.772588722</c:v>
                </c:pt>
                <c:pt idx="97">
                  <c:v>2.197224577</c:v>
                </c:pt>
                <c:pt idx="98">
                  <c:v>4.634728988</c:v>
                </c:pt>
                <c:pt idx="99">
                  <c:v>4.304065093</c:v>
                </c:pt>
                <c:pt idx="100">
                  <c:v>2.564949357</c:v>
                </c:pt>
                <c:pt idx="101">
                  <c:v>4.465908119</c:v>
                </c:pt>
                <c:pt idx="102">
                  <c:v>2.944438979</c:v>
                </c:pt>
                <c:pt idx="103">
                  <c:v>3.737669618</c:v>
                </c:pt>
                <c:pt idx="104">
                  <c:v>3.737669618</c:v>
                </c:pt>
                <c:pt idx="105">
                  <c:v>1.609437912</c:v>
                </c:pt>
                <c:pt idx="106">
                  <c:v>2.772588722</c:v>
                </c:pt>
                <c:pt idx="107">
                  <c:v>2.995732274</c:v>
                </c:pt>
                <c:pt idx="108">
                  <c:v>3.610917913</c:v>
                </c:pt>
                <c:pt idx="109">
                  <c:v>4.49980967</c:v>
                </c:pt>
                <c:pt idx="110">
                  <c:v>4.65396035</c:v>
                </c:pt>
                <c:pt idx="111">
                  <c:v>4.204692619</c:v>
                </c:pt>
                <c:pt idx="112">
                  <c:v>3.737669618</c:v>
                </c:pt>
                <c:pt idx="113">
                  <c:v>3.583518938</c:v>
                </c:pt>
                <c:pt idx="114">
                  <c:v>4.248495242</c:v>
                </c:pt>
                <c:pt idx="115">
                  <c:v>5.609471795</c:v>
                </c:pt>
                <c:pt idx="116">
                  <c:v>4.158883083</c:v>
                </c:pt>
                <c:pt idx="117">
                  <c:v>2.995732274</c:v>
                </c:pt>
                <c:pt idx="118">
                  <c:v>3.80666249</c:v>
                </c:pt>
                <c:pt idx="119">
                  <c:v>2.197224577</c:v>
                </c:pt>
                <c:pt idx="120">
                  <c:v>3.091042453</c:v>
                </c:pt>
                <c:pt idx="121">
                  <c:v>2.397895273</c:v>
                </c:pt>
                <c:pt idx="122">
                  <c:v>3.465735903</c:v>
                </c:pt>
                <c:pt idx="123">
                  <c:v>5.267858159</c:v>
                </c:pt>
                <c:pt idx="124">
                  <c:v>5.602118821</c:v>
                </c:pt>
                <c:pt idx="125">
                  <c:v>2.890371758</c:v>
                </c:pt>
                <c:pt idx="126">
                  <c:v>3.295836866</c:v>
                </c:pt>
                <c:pt idx="127">
                  <c:v>3.63758616</c:v>
                </c:pt>
                <c:pt idx="128">
                  <c:v>4.262679877</c:v>
                </c:pt>
                <c:pt idx="129">
                  <c:v>3.465735903</c:v>
                </c:pt>
                <c:pt idx="130">
                  <c:v>1.609437912</c:v>
                </c:pt>
                <c:pt idx="131">
                  <c:v>4.941642423</c:v>
                </c:pt>
                <c:pt idx="132">
                  <c:v>3.871201011</c:v>
                </c:pt>
                <c:pt idx="133">
                  <c:v>6.00635316</c:v>
                </c:pt>
                <c:pt idx="134">
                  <c:v>3.891820298</c:v>
                </c:pt>
                <c:pt idx="135">
                  <c:v>4.248495242</c:v>
                </c:pt>
                <c:pt idx="136">
                  <c:v>4.276666119</c:v>
                </c:pt>
                <c:pt idx="137">
                  <c:v>2.48490665</c:v>
                </c:pt>
                <c:pt idx="138">
                  <c:v>2.197224577</c:v>
                </c:pt>
                <c:pt idx="139">
                  <c:v>5.631211782</c:v>
                </c:pt>
                <c:pt idx="140">
                  <c:v>1.791759469</c:v>
                </c:pt>
                <c:pt idx="141">
                  <c:v>5.068904202</c:v>
                </c:pt>
                <c:pt idx="142">
                  <c:v>1.945910149</c:v>
                </c:pt>
                <c:pt idx="143">
                  <c:v>2.397895273</c:v>
                </c:pt>
                <c:pt idx="144">
                  <c:v>1.945910149</c:v>
                </c:pt>
                <c:pt idx="145">
                  <c:v>3.044522438</c:v>
                </c:pt>
                <c:pt idx="146">
                  <c:v>2.995732274</c:v>
                </c:pt>
                <c:pt idx="147">
                  <c:v>3.135494216</c:v>
                </c:pt>
                <c:pt idx="148">
                  <c:v>1.791759469</c:v>
                </c:pt>
                <c:pt idx="149">
                  <c:v>2.890371758</c:v>
                </c:pt>
                <c:pt idx="150">
                  <c:v>1.791759469</c:v>
                </c:pt>
                <c:pt idx="151">
                  <c:v>3.931825633</c:v>
                </c:pt>
                <c:pt idx="152">
                  <c:v>3.784189634</c:v>
                </c:pt>
                <c:pt idx="153">
                  <c:v>2.48490665</c:v>
                </c:pt>
                <c:pt idx="154">
                  <c:v>4.262679877</c:v>
                </c:pt>
                <c:pt idx="155">
                  <c:v>2.079441542</c:v>
                </c:pt>
                <c:pt idx="156">
                  <c:v>4.077537444</c:v>
                </c:pt>
                <c:pt idx="157">
                  <c:v>1.791759469</c:v>
                </c:pt>
                <c:pt idx="158">
                  <c:v>4.060443011</c:v>
                </c:pt>
                <c:pt idx="159">
                  <c:v>3.33220451</c:v>
                </c:pt>
                <c:pt idx="160">
                  <c:v>2.079441542</c:v>
                </c:pt>
                <c:pt idx="161">
                  <c:v>2.197224577</c:v>
                </c:pt>
                <c:pt idx="162">
                  <c:v>2.079441542</c:v>
                </c:pt>
                <c:pt idx="163">
                  <c:v>2.302585093</c:v>
                </c:pt>
                <c:pt idx="164">
                  <c:v>2.079441542</c:v>
                </c:pt>
                <c:pt idx="165">
                  <c:v>3.465735903</c:v>
                </c:pt>
                <c:pt idx="166">
                  <c:v>3.295836866</c:v>
                </c:pt>
                <c:pt idx="167">
                  <c:v>3.761200116</c:v>
                </c:pt>
                <c:pt idx="168">
                  <c:v>4.787491743</c:v>
                </c:pt>
                <c:pt idx="169">
                  <c:v>1.945910149</c:v>
                </c:pt>
                <c:pt idx="170">
                  <c:v>4.644390899</c:v>
                </c:pt>
                <c:pt idx="171">
                  <c:v>4.127134385</c:v>
                </c:pt>
                <c:pt idx="172">
                  <c:v>5.087596335</c:v>
                </c:pt>
                <c:pt idx="173">
                  <c:v>4.33073334</c:v>
                </c:pt>
                <c:pt idx="174">
                  <c:v>3.713572067</c:v>
                </c:pt>
                <c:pt idx="175">
                  <c:v>4.465908119</c:v>
                </c:pt>
                <c:pt idx="176">
                  <c:v>1.791759469</c:v>
                </c:pt>
                <c:pt idx="177">
                  <c:v>2.197224577</c:v>
                </c:pt>
                <c:pt idx="178">
                  <c:v>3.258096538</c:v>
                </c:pt>
                <c:pt idx="179">
                  <c:v>5.762051383</c:v>
                </c:pt>
                <c:pt idx="180">
                  <c:v>2.833213344</c:v>
                </c:pt>
                <c:pt idx="181">
                  <c:v>3.970291914</c:v>
                </c:pt>
                <c:pt idx="182">
                  <c:v>2.63905733</c:v>
                </c:pt>
                <c:pt idx="183">
                  <c:v>4.990432587</c:v>
                </c:pt>
                <c:pt idx="184">
                  <c:v>3.465735903</c:v>
                </c:pt>
                <c:pt idx="185">
                  <c:v>2.708050201</c:v>
                </c:pt>
                <c:pt idx="186">
                  <c:v>2.995732274</c:v>
                </c:pt>
                <c:pt idx="187">
                  <c:v>3.737669618</c:v>
                </c:pt>
                <c:pt idx="188">
                  <c:v>3.401197382</c:v>
                </c:pt>
                <c:pt idx="189">
                  <c:v>1.791759469</c:v>
                </c:pt>
                <c:pt idx="190">
                  <c:v>3.044522438</c:v>
                </c:pt>
                <c:pt idx="191">
                  <c:v>2.890371758</c:v>
                </c:pt>
                <c:pt idx="192">
                  <c:v>3.828641396</c:v>
                </c:pt>
                <c:pt idx="193">
                  <c:v>3.218875825</c:v>
                </c:pt>
                <c:pt idx="194">
                  <c:v>5.393627546</c:v>
                </c:pt>
                <c:pt idx="195">
                  <c:v>4.369447852</c:v>
                </c:pt>
                <c:pt idx="196">
                  <c:v>1.609437912</c:v>
                </c:pt>
                <c:pt idx="197">
                  <c:v>2.197224577</c:v>
                </c:pt>
                <c:pt idx="198">
                  <c:v>2.833213344</c:v>
                </c:pt>
                <c:pt idx="199">
                  <c:v>4.779123493</c:v>
                </c:pt>
                <c:pt idx="200">
                  <c:v>4.795790546</c:v>
                </c:pt>
                <c:pt idx="201">
                  <c:v>6.318968114</c:v>
                </c:pt>
                <c:pt idx="202">
                  <c:v>1.945910149</c:v>
                </c:pt>
                <c:pt idx="203">
                  <c:v>1.609437912</c:v>
                </c:pt>
                <c:pt idx="204">
                  <c:v>5.587248658</c:v>
                </c:pt>
                <c:pt idx="205">
                  <c:v>2.079441542</c:v>
                </c:pt>
                <c:pt idx="206">
                  <c:v>3.218875825</c:v>
                </c:pt>
                <c:pt idx="207">
                  <c:v>1.945910149</c:v>
                </c:pt>
                <c:pt idx="208">
                  <c:v>2.944438979</c:v>
                </c:pt>
                <c:pt idx="209">
                  <c:v>3.433987204</c:v>
                </c:pt>
                <c:pt idx="210">
                  <c:v>3.433987204</c:v>
                </c:pt>
                <c:pt idx="211">
                  <c:v>4.060443011</c:v>
                </c:pt>
                <c:pt idx="212">
                  <c:v>1.945910149</c:v>
                </c:pt>
                <c:pt idx="213">
                  <c:v>3.295836866</c:v>
                </c:pt>
                <c:pt idx="214">
                  <c:v>2.48490665</c:v>
                </c:pt>
                <c:pt idx="215">
                  <c:v>1.609437912</c:v>
                </c:pt>
                <c:pt idx="216">
                  <c:v>2.397895273</c:v>
                </c:pt>
                <c:pt idx="217">
                  <c:v>4.787491743</c:v>
                </c:pt>
                <c:pt idx="218">
                  <c:v>5.998936562</c:v>
                </c:pt>
                <c:pt idx="219">
                  <c:v>4.304065093</c:v>
                </c:pt>
                <c:pt idx="220">
                  <c:v>3.218875825</c:v>
                </c:pt>
                <c:pt idx="221">
                  <c:v>3.80666249</c:v>
                </c:pt>
                <c:pt idx="222">
                  <c:v>3.931825633</c:v>
                </c:pt>
                <c:pt idx="223">
                  <c:v>2.079441542</c:v>
                </c:pt>
              </c:numCache>
            </c:numRef>
          </c:xVal>
          <c:yVal>
            <c:numRef>
              <c:f>'Chart Data'!$D$2:$D$225</c:f>
              <c:numCache>
                <c:formatCode>0.00</c:formatCode>
                <c:ptCount val="224"/>
                <c:pt idx="0">
                  <c:v>0.005694347</c:v>
                </c:pt>
                <c:pt idx="1">
                  <c:v>-0.026941577</c:v>
                </c:pt>
                <c:pt idx="2">
                  <c:v>-0.018258326</c:v>
                </c:pt>
                <c:pt idx="3">
                  <c:v>-0.03064171</c:v>
                </c:pt>
                <c:pt idx="4">
                  <c:v>-0.05885476</c:v>
                </c:pt>
                <c:pt idx="5">
                  <c:v>-0.053742446</c:v>
                </c:pt>
                <c:pt idx="6">
                  <c:v>-0.060344495</c:v>
                </c:pt>
                <c:pt idx="7">
                  <c:v>-0.01854984</c:v>
                </c:pt>
                <c:pt idx="8">
                  <c:v>0.007550834</c:v>
                </c:pt>
                <c:pt idx="9">
                  <c:v>0.0021875969</c:v>
                </c:pt>
                <c:pt idx="10">
                  <c:v>0.01186926</c:v>
                </c:pt>
                <c:pt idx="11">
                  <c:v>-0.072197154</c:v>
                </c:pt>
                <c:pt idx="12">
                  <c:v>0.009155363</c:v>
                </c:pt>
                <c:pt idx="13">
                  <c:v>-0.008977731</c:v>
                </c:pt>
                <c:pt idx="14">
                  <c:v>0.00695486</c:v>
                </c:pt>
                <c:pt idx="15">
                  <c:v>0.00824536</c:v>
                </c:pt>
                <c:pt idx="16">
                  <c:v>-0.0025059888</c:v>
                </c:pt>
                <c:pt idx="17">
                  <c:v>0.008420821</c:v>
                </c:pt>
                <c:pt idx="18">
                  <c:v>0.010452109</c:v>
                </c:pt>
                <c:pt idx="19">
                  <c:v>-0.005919375</c:v>
                </c:pt>
                <c:pt idx="20">
                  <c:v>0.0032677646</c:v>
                </c:pt>
                <c:pt idx="21">
                  <c:v>0.0034920739</c:v>
                </c:pt>
                <c:pt idx="22">
                  <c:v>0.00696356</c:v>
                </c:pt>
                <c:pt idx="23">
                  <c:v>0.008036333</c:v>
                </c:pt>
                <c:pt idx="24">
                  <c:v>0.008263669</c:v>
                </c:pt>
                <c:pt idx="25">
                  <c:v>0.0002587205</c:v>
                </c:pt>
                <c:pt idx="26">
                  <c:v>0.005390501</c:v>
                </c:pt>
                <c:pt idx="27">
                  <c:v>-0.0025757928</c:v>
                </c:pt>
                <c:pt idx="28">
                  <c:v>-0.009731992</c:v>
                </c:pt>
                <c:pt idx="29">
                  <c:v>0.0090665</c:v>
                </c:pt>
                <c:pt idx="30">
                  <c:v>0.0051218127</c:v>
                </c:pt>
                <c:pt idx="31">
                  <c:v>0.00809078</c:v>
                </c:pt>
                <c:pt idx="32">
                  <c:v>-0.0026955993</c:v>
                </c:pt>
                <c:pt idx="33">
                  <c:v>-0.049480993</c:v>
                </c:pt>
                <c:pt idx="34">
                  <c:v>-0.007244127</c:v>
                </c:pt>
                <c:pt idx="35">
                  <c:v>-0.027340513</c:v>
                </c:pt>
                <c:pt idx="36">
                  <c:v>0.00953064</c:v>
                </c:pt>
                <c:pt idx="37">
                  <c:v>0.008634791</c:v>
                </c:pt>
                <c:pt idx="38">
                  <c:v>-0.018622402</c:v>
                </c:pt>
                <c:pt idx="39">
                  <c:v>-0.0036410159</c:v>
                </c:pt>
                <c:pt idx="40">
                  <c:v>0.010804833</c:v>
                </c:pt>
                <c:pt idx="41">
                  <c:v>0.008054532</c:v>
                </c:pt>
                <c:pt idx="42">
                  <c:v>-0.059514835</c:v>
                </c:pt>
                <c:pt idx="43">
                  <c:v>0.005326743</c:v>
                </c:pt>
                <c:pt idx="44">
                  <c:v>-0.014403847</c:v>
                </c:pt>
                <c:pt idx="45">
                  <c:v>0.0042187045</c:v>
                </c:pt>
                <c:pt idx="46">
                  <c:v>-0.049117576</c:v>
                </c:pt>
                <c:pt idx="47">
                  <c:v>-0.017082222</c:v>
                </c:pt>
                <c:pt idx="48">
                  <c:v>0.0070874025</c:v>
                </c:pt>
                <c:pt idx="49">
                  <c:v>-0.025358047</c:v>
                </c:pt>
                <c:pt idx="50">
                  <c:v>-0.018250354</c:v>
                </c:pt>
                <c:pt idx="51">
                  <c:v>-0.025334572</c:v>
                </c:pt>
                <c:pt idx="52">
                  <c:v>-0.019660287</c:v>
                </c:pt>
                <c:pt idx="53">
                  <c:v>0.00870996</c:v>
                </c:pt>
                <c:pt idx="54">
                  <c:v>0.009727539</c:v>
                </c:pt>
                <c:pt idx="55">
                  <c:v>0.0061688423</c:v>
                </c:pt>
                <c:pt idx="56">
                  <c:v>0.010731788</c:v>
                </c:pt>
                <c:pt idx="57">
                  <c:v>-0.012733267</c:v>
                </c:pt>
                <c:pt idx="58">
                  <c:v>0.010405035</c:v>
                </c:pt>
                <c:pt idx="59">
                  <c:v>0.0061392137</c:v>
                </c:pt>
                <c:pt idx="60">
                  <c:v>-0.054058738</c:v>
                </c:pt>
                <c:pt idx="61">
                  <c:v>-0.014012035</c:v>
                </c:pt>
                <c:pt idx="62">
                  <c:v>-0.026167499</c:v>
                </c:pt>
                <c:pt idx="63">
                  <c:v>0.0052367835</c:v>
                </c:pt>
                <c:pt idx="64">
                  <c:v>-0.019241061</c:v>
                </c:pt>
                <c:pt idx="65">
                  <c:v>0.001186099</c:v>
                </c:pt>
                <c:pt idx="66">
                  <c:v>0.0119286915</c:v>
                </c:pt>
                <c:pt idx="67">
                  <c:v>-0.04486855</c:v>
                </c:pt>
                <c:pt idx="68">
                  <c:v>-0.0056116194</c:v>
                </c:pt>
                <c:pt idx="69">
                  <c:v>0.008126205</c:v>
                </c:pt>
                <c:pt idx="70">
                  <c:v>0.011613765</c:v>
                </c:pt>
                <c:pt idx="71">
                  <c:v>0.0011729284</c:v>
                </c:pt>
                <c:pt idx="72">
                  <c:v>0.004069258</c:v>
                </c:pt>
                <c:pt idx="73">
                  <c:v>-0.04167609</c:v>
                </c:pt>
                <c:pt idx="74">
                  <c:v>-0.06948825</c:v>
                </c:pt>
                <c:pt idx="75">
                  <c:v>0.0034731154</c:v>
                </c:pt>
                <c:pt idx="76">
                  <c:v>0.005296085</c:v>
                </c:pt>
                <c:pt idx="77">
                  <c:v>-0.004575901</c:v>
                </c:pt>
                <c:pt idx="78">
                  <c:v>0.010856639</c:v>
                </c:pt>
                <c:pt idx="79">
                  <c:v>0.007893626</c:v>
                </c:pt>
                <c:pt idx="80">
                  <c:v>0.0062879245</c:v>
                </c:pt>
                <c:pt idx="81">
                  <c:v>0.0039315703</c:v>
                </c:pt>
                <c:pt idx="82">
                  <c:v>0.004287589</c:v>
                </c:pt>
                <c:pt idx="83">
                  <c:v>0.008946114</c:v>
                </c:pt>
                <c:pt idx="84">
                  <c:v>-0.013026399</c:v>
                </c:pt>
                <c:pt idx="85">
                  <c:v>-0.023421993</c:v>
                </c:pt>
                <c:pt idx="86">
                  <c:v>0.0069798403</c:v>
                </c:pt>
                <c:pt idx="87">
                  <c:v>0.007031006</c:v>
                </c:pt>
                <c:pt idx="88">
                  <c:v>0.0064108265</c:v>
                </c:pt>
                <c:pt idx="89">
                  <c:v>-0.038818244</c:v>
                </c:pt>
                <c:pt idx="90">
                  <c:v>-0.062751755</c:v>
                </c:pt>
                <c:pt idx="91">
                  <c:v>-0.02941194</c:v>
                </c:pt>
                <c:pt idx="92">
                  <c:v>0.0073343087</c:v>
                </c:pt>
                <c:pt idx="93">
                  <c:v>0.0055594468</c:v>
                </c:pt>
                <c:pt idx="94">
                  <c:v>0.0037630897</c:v>
                </c:pt>
                <c:pt idx="95">
                  <c:v>0.0057460186</c:v>
                </c:pt>
                <c:pt idx="96">
                  <c:v>0.008905954</c:v>
                </c:pt>
                <c:pt idx="97">
                  <c:v>0.011113358</c:v>
                </c:pt>
                <c:pt idx="98">
                  <c:v>-0.031571843</c:v>
                </c:pt>
                <c:pt idx="99">
                  <c:v>-0.0128578935</c:v>
                </c:pt>
                <c:pt idx="100">
                  <c:v>0.0054071494</c:v>
                </c:pt>
                <c:pt idx="101">
                  <c:v>-0.022320352</c:v>
                </c:pt>
                <c:pt idx="102">
                  <c:v>0.005534218</c:v>
                </c:pt>
                <c:pt idx="103">
                  <c:v>0.0002879303</c:v>
                </c:pt>
                <c:pt idx="104">
                  <c:v>-0.001322645</c:v>
                </c:pt>
                <c:pt idx="105">
                  <c:v>0.0097436</c:v>
                </c:pt>
                <c:pt idx="106">
                  <c:v>0.011325896</c:v>
                </c:pt>
                <c:pt idx="107">
                  <c:v>0.0026823373</c:v>
                </c:pt>
                <c:pt idx="108">
                  <c:v>0.0020069776</c:v>
                </c:pt>
                <c:pt idx="109">
                  <c:v>-0.012006526</c:v>
                </c:pt>
                <c:pt idx="110">
                  <c:v>-0.018835517</c:v>
                </c:pt>
                <c:pt idx="111">
                  <c:v>-0.009571017</c:v>
                </c:pt>
                <c:pt idx="112">
                  <c:v>-0.0063100676</c:v>
                </c:pt>
                <c:pt idx="113">
                  <c:v>-0.0004433608</c:v>
                </c:pt>
                <c:pt idx="114">
                  <c:v>-0.008759991</c:v>
                </c:pt>
                <c:pt idx="115">
                  <c:v>-0.06551569</c:v>
                </c:pt>
                <c:pt idx="116">
                  <c:v>-0.0066512544</c:v>
                </c:pt>
                <c:pt idx="117">
                  <c:v>0.0066268393</c:v>
                </c:pt>
                <c:pt idx="118">
                  <c:v>-0.006102668</c:v>
                </c:pt>
                <c:pt idx="119">
                  <c:v>0.008297764</c:v>
                </c:pt>
                <c:pt idx="120">
                  <c:v>0.0078092203</c:v>
                </c:pt>
                <c:pt idx="121">
                  <c:v>0.0071171094</c:v>
                </c:pt>
                <c:pt idx="122">
                  <c:v>-0.00033191178</c:v>
                </c:pt>
                <c:pt idx="123">
                  <c:v>-0.035702992</c:v>
                </c:pt>
                <c:pt idx="124">
                  <c:v>-0.04775656</c:v>
                </c:pt>
                <c:pt idx="125">
                  <c:v>0.0075390716</c:v>
                </c:pt>
                <c:pt idx="126">
                  <c:v>0.0060811453</c:v>
                </c:pt>
                <c:pt idx="127">
                  <c:v>0.0018473224</c:v>
                </c:pt>
                <c:pt idx="128">
                  <c:v>-0.015962027</c:v>
                </c:pt>
                <c:pt idx="129">
                  <c:v>0.0004343603</c:v>
                </c:pt>
                <c:pt idx="130">
                  <c:v>0.01126072</c:v>
                </c:pt>
                <c:pt idx="131">
                  <c:v>-0.028190402</c:v>
                </c:pt>
                <c:pt idx="132">
                  <c:v>-0.0014831244</c:v>
                </c:pt>
                <c:pt idx="133">
                  <c:v>-0.06437889</c:v>
                </c:pt>
                <c:pt idx="134">
                  <c:v>-0.006984954</c:v>
                </c:pt>
                <c:pt idx="135">
                  <c:v>-0.013455844</c:v>
                </c:pt>
                <c:pt idx="136">
                  <c:v>-0.0118515035</c:v>
                </c:pt>
                <c:pt idx="137">
                  <c:v>0.007092065</c:v>
                </c:pt>
                <c:pt idx="138">
                  <c:v>0.0052641057</c:v>
                </c:pt>
                <c:pt idx="139">
                  <c:v>-0.043946736</c:v>
                </c:pt>
                <c:pt idx="140">
                  <c:v>0.013639452</c:v>
                </c:pt>
                <c:pt idx="141">
                  <c:v>-0.02496173</c:v>
                </c:pt>
                <c:pt idx="142">
                  <c:v>0.007411327</c:v>
                </c:pt>
                <c:pt idx="143">
                  <c:v>0.007871073</c:v>
                </c:pt>
                <c:pt idx="144">
                  <c:v>0.0079080975</c:v>
                </c:pt>
                <c:pt idx="145">
                  <c:v>0.0046804445</c:v>
                </c:pt>
                <c:pt idx="146">
                  <c:v>0.0058971406</c:v>
                </c:pt>
                <c:pt idx="147">
                  <c:v>0.0055782762</c:v>
                </c:pt>
                <c:pt idx="148">
                  <c:v>0.009544368</c:v>
                </c:pt>
                <c:pt idx="149">
                  <c:v>0.008192352</c:v>
                </c:pt>
                <c:pt idx="150">
                  <c:v>0.006423317</c:v>
                </c:pt>
                <c:pt idx="151">
                  <c:v>-0.0016256196</c:v>
                </c:pt>
                <c:pt idx="152">
                  <c:v>-0.00023859198</c:v>
                </c:pt>
                <c:pt idx="153">
                  <c:v>0.0088043185</c:v>
                </c:pt>
                <c:pt idx="154">
                  <c:v>-0.009995103</c:v>
                </c:pt>
                <c:pt idx="155">
                  <c:v>0.0066007082</c:v>
                </c:pt>
                <c:pt idx="156">
                  <c:v>-0.0035196233</c:v>
                </c:pt>
                <c:pt idx="157">
                  <c:v>0.004524371</c:v>
                </c:pt>
                <c:pt idx="158">
                  <c:v>-0.008140875</c:v>
                </c:pt>
                <c:pt idx="159">
                  <c:v>0.0040244847</c:v>
                </c:pt>
                <c:pt idx="160">
                  <c:v>0.004285618</c:v>
                </c:pt>
                <c:pt idx="161">
                  <c:v>0.006676128</c:v>
                </c:pt>
                <c:pt idx="162">
                  <c:v>0.008258166</c:v>
                </c:pt>
                <c:pt idx="163">
                  <c:v>0.010365714</c:v>
                </c:pt>
                <c:pt idx="164">
                  <c:v>0.01004899</c:v>
                </c:pt>
                <c:pt idx="165">
                  <c:v>-9.079083E-05</c:v>
                </c:pt>
                <c:pt idx="166">
                  <c:v>0.0013115542</c:v>
                </c:pt>
                <c:pt idx="167">
                  <c:v>0.0004234521</c:v>
                </c:pt>
                <c:pt idx="168">
                  <c:v>-0.022997195</c:v>
                </c:pt>
                <c:pt idx="169">
                  <c:v>0.008823872</c:v>
                </c:pt>
                <c:pt idx="170">
                  <c:v>-0.019710774</c:v>
                </c:pt>
                <c:pt idx="171">
                  <c:v>-0.01147511</c:v>
                </c:pt>
                <c:pt idx="172">
                  <c:v>-0.027497845</c:v>
                </c:pt>
                <c:pt idx="173">
                  <c:v>-0.014374692</c:v>
                </c:pt>
                <c:pt idx="174">
                  <c:v>-0.0046132137</c:v>
                </c:pt>
                <c:pt idx="175">
                  <c:v>-0.024699334</c:v>
                </c:pt>
                <c:pt idx="176">
                  <c:v>0.008399011</c:v>
                </c:pt>
                <c:pt idx="177">
                  <c:v>0.005671567</c:v>
                </c:pt>
                <c:pt idx="178">
                  <c:v>0.0060032224</c:v>
                </c:pt>
                <c:pt idx="179">
                  <c:v>-0.07258359</c:v>
                </c:pt>
                <c:pt idx="180">
                  <c:v>0.0058326693</c:v>
                </c:pt>
                <c:pt idx="181">
                  <c:v>-0.0018728462</c:v>
                </c:pt>
                <c:pt idx="182">
                  <c:v>0.012799574</c:v>
                </c:pt>
                <c:pt idx="183">
                  <c:v>-0.035944965</c:v>
                </c:pt>
                <c:pt idx="184">
                  <c:v>0.0023421242</c:v>
                </c:pt>
                <c:pt idx="185">
                  <c:v>0.014313449</c:v>
                </c:pt>
                <c:pt idx="186">
                  <c:v>0.0041224635</c:v>
                </c:pt>
                <c:pt idx="187">
                  <c:v>0.0012330861</c:v>
                </c:pt>
                <c:pt idx="188">
                  <c:v>-1.9330051E-05</c:v>
                </c:pt>
                <c:pt idx="189">
                  <c:v>0.0077353236</c:v>
                </c:pt>
                <c:pt idx="190">
                  <c:v>0.001275123</c:v>
                </c:pt>
                <c:pt idx="191">
                  <c:v>0.0022915546</c:v>
                </c:pt>
                <c:pt idx="192">
                  <c:v>-0.0009787119</c:v>
                </c:pt>
                <c:pt idx="193">
                  <c:v>0.0036606595</c:v>
                </c:pt>
                <c:pt idx="194">
                  <c:v>-0.06878667</c:v>
                </c:pt>
                <c:pt idx="195">
                  <c:v>-0.007140907</c:v>
                </c:pt>
                <c:pt idx="196">
                  <c:v>0.0102610495</c:v>
                </c:pt>
                <c:pt idx="197">
                  <c:v>0.008447584</c:v>
                </c:pt>
                <c:pt idx="198">
                  <c:v>0.01225398</c:v>
                </c:pt>
                <c:pt idx="199">
                  <c:v>-0.031085756</c:v>
                </c:pt>
                <c:pt idx="200">
                  <c:v>-0.028982403</c:v>
                </c:pt>
                <c:pt idx="201">
                  <c:v>-0.046626806</c:v>
                </c:pt>
                <c:pt idx="202">
                  <c:v>0.0062208595</c:v>
                </c:pt>
                <c:pt idx="203">
                  <c:v>0.0061969226</c:v>
                </c:pt>
                <c:pt idx="204">
                  <c:v>-0.06048285</c:v>
                </c:pt>
                <c:pt idx="205">
                  <c:v>0.009979168</c:v>
                </c:pt>
                <c:pt idx="206">
                  <c:v>0.010804058</c:v>
                </c:pt>
                <c:pt idx="207">
                  <c:v>0.0057157017</c:v>
                </c:pt>
                <c:pt idx="208">
                  <c:v>0.008618089</c:v>
                </c:pt>
                <c:pt idx="209">
                  <c:v>0.007142083</c:v>
                </c:pt>
                <c:pt idx="210">
                  <c:v>0.0043858076</c:v>
                </c:pt>
                <c:pt idx="211">
                  <c:v>-0.015838437</c:v>
                </c:pt>
                <c:pt idx="212">
                  <c:v>0.0064625465</c:v>
                </c:pt>
                <c:pt idx="213">
                  <c:v>0.0061972877</c:v>
                </c:pt>
                <c:pt idx="214">
                  <c:v>0.009105389</c:v>
                </c:pt>
                <c:pt idx="215">
                  <c:v>0.007039184</c:v>
                </c:pt>
                <c:pt idx="216">
                  <c:v>0.0066781593</c:v>
                </c:pt>
                <c:pt idx="217">
                  <c:v>-0.03814992</c:v>
                </c:pt>
                <c:pt idx="218">
                  <c:v>-0.06622341</c:v>
                </c:pt>
                <c:pt idx="219">
                  <c:v>-0.012699669</c:v>
                </c:pt>
                <c:pt idx="220">
                  <c:v>0.006691367</c:v>
                </c:pt>
                <c:pt idx="221">
                  <c:v>-0.0019613293</c:v>
                </c:pt>
                <c:pt idx="222">
                  <c:v>-0.002207686</c:v>
                </c:pt>
                <c:pt idx="223">
                  <c:v>0.0077167945</c:v>
                </c:pt>
              </c:numCache>
            </c:numRef>
          </c:yVal>
        </c:ser>
        <c:ser>
          <c:idx val="2"/>
          <c:order val="2"/>
          <c:tx>
            <c:v>≥4,9</c:v>
          </c:tx>
          <c:spPr>
            <a:solidFill xmlns:a="http://schemas.openxmlformats.org/drawingml/2006/main">
              <a:srgbClr val="587255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solidFill xmlns:a="http://schemas.openxmlformats.org/drawingml/2006/main">
                <a:srgbClr val="587255"/>
              </a:solidFill>
            </c:spPr>
          </c:marker>
          <c:xVal>
            <c:numRef>
              <c:f>'Chart Data'!$E$2:$E$300</c:f>
              <c:numCache>
                <c:formatCode>General</c:formatCode>
                <c:ptCount val="299"/>
                <c:pt idx="0">
                  <c:v>1.609437912</c:v>
                </c:pt>
                <c:pt idx="1">
                  <c:v>0.6931471806</c:v>
                </c:pt>
                <c:pt idx="2">
                  <c:v>2.708050201</c:v>
                </c:pt>
                <c:pt idx="3">
                  <c:v>1.791759469</c:v>
                </c:pt>
                <c:pt idx="4">
                  <c:v>1.386294361</c:v>
                </c:pt>
                <c:pt idx="5">
                  <c:v>2.564949357</c:v>
                </c:pt>
                <c:pt idx="6">
                  <c:v>3.044522438</c:v>
                </c:pt>
                <c:pt idx="7">
                  <c:v>3.496507561</c:v>
                </c:pt>
                <c:pt idx="8">
                  <c:v>2.397895273</c:v>
                </c:pt>
                <c:pt idx="9">
                  <c:v>1.098612289</c:v>
                </c:pt>
                <c:pt idx="10">
                  <c:v>2.564949357</c:v>
                </c:pt>
                <c:pt idx="11">
                  <c:v>1.098612289</c:v>
                </c:pt>
                <c:pt idx="12">
                  <c:v>4.394449155</c:v>
                </c:pt>
                <c:pt idx="13">
                  <c:v>1.945910149</c:v>
                </c:pt>
                <c:pt idx="14">
                  <c:v>0.6931471806</c:v>
                </c:pt>
                <c:pt idx="15">
                  <c:v>0.6931471806</c:v>
                </c:pt>
                <c:pt idx="16">
                  <c:v>3.433987204</c:v>
                </c:pt>
                <c:pt idx="17">
                  <c:v>3.496507561</c:v>
                </c:pt>
                <c:pt idx="18">
                  <c:v>1.098612289</c:v>
                </c:pt>
                <c:pt idx="19">
                  <c:v>0.6931471806</c:v>
                </c:pt>
                <c:pt idx="20">
                  <c:v>4.820281566</c:v>
                </c:pt>
                <c:pt idx="21">
                  <c:v>1.386294361</c:v>
                </c:pt>
                <c:pt idx="22">
                  <c:v>2.197224577</c:v>
                </c:pt>
                <c:pt idx="23">
                  <c:v>1.386294361</c:v>
                </c:pt>
                <c:pt idx="24">
                  <c:v>3.555348061</c:v>
                </c:pt>
                <c:pt idx="25">
                  <c:v>2.079441542</c:v>
                </c:pt>
                <c:pt idx="26">
                  <c:v>2.48490665</c:v>
                </c:pt>
                <c:pt idx="27">
                  <c:v>1.386294361</c:v>
                </c:pt>
                <c:pt idx="28">
                  <c:v>0.6931471806</c:v>
                </c:pt>
                <c:pt idx="29">
                  <c:v>0.6931471806</c:v>
                </c:pt>
                <c:pt idx="30">
                  <c:v>3.931825633</c:v>
                </c:pt>
                <c:pt idx="31">
                  <c:v>4.543294782</c:v>
                </c:pt>
                <c:pt idx="32">
                  <c:v>1.386294361</c:v>
                </c:pt>
                <c:pt idx="33">
                  <c:v>1.386294361</c:v>
                </c:pt>
                <c:pt idx="34">
                  <c:v>2.564949357</c:v>
                </c:pt>
                <c:pt idx="35">
                  <c:v>1.386294361</c:v>
                </c:pt>
                <c:pt idx="36">
                  <c:v>3.295836866</c:v>
                </c:pt>
                <c:pt idx="37">
                  <c:v>3.295836866</c:v>
                </c:pt>
                <c:pt idx="38">
                  <c:v>1.098612289</c:v>
                </c:pt>
                <c:pt idx="39">
                  <c:v>1.609437912</c:v>
                </c:pt>
                <c:pt idx="40">
                  <c:v>0.6931471806</c:v>
                </c:pt>
                <c:pt idx="41">
                  <c:v>1.609437912</c:v>
                </c:pt>
                <c:pt idx="42">
                  <c:v>1.945910149</c:v>
                </c:pt>
                <c:pt idx="43">
                  <c:v>0.6931471806</c:v>
                </c:pt>
                <c:pt idx="44">
                  <c:v>1.098612289</c:v>
                </c:pt>
                <c:pt idx="45">
                  <c:v>1.386294361</c:v>
                </c:pt>
                <c:pt idx="46">
                  <c:v>2.302585093</c:v>
                </c:pt>
                <c:pt idx="47">
                  <c:v>0.6931471806</c:v>
                </c:pt>
                <c:pt idx="48">
                  <c:v>4.663439094</c:v>
                </c:pt>
                <c:pt idx="49">
                  <c:v>5.407171771</c:v>
                </c:pt>
                <c:pt idx="50">
                  <c:v>0.6931471806</c:v>
                </c:pt>
                <c:pt idx="51">
                  <c:v>4.248495242</c:v>
                </c:pt>
                <c:pt idx="52">
                  <c:v>3.931825633</c:v>
                </c:pt>
                <c:pt idx="53">
                  <c:v>0.6931471806</c:v>
                </c:pt>
                <c:pt idx="54">
                  <c:v>0.6931471806</c:v>
                </c:pt>
                <c:pt idx="55">
                  <c:v>2.564949357</c:v>
                </c:pt>
                <c:pt idx="56">
                  <c:v>4.110873864</c:v>
                </c:pt>
                <c:pt idx="57">
                  <c:v>0.6931471806</c:v>
                </c:pt>
                <c:pt idx="58">
                  <c:v>2.833213344</c:v>
                </c:pt>
                <c:pt idx="59">
                  <c:v>1.098612289</c:v>
                </c:pt>
                <c:pt idx="60">
                  <c:v>1.098612289</c:v>
                </c:pt>
                <c:pt idx="61">
                  <c:v>1.791759469</c:v>
                </c:pt>
                <c:pt idx="62">
                  <c:v>0.6931471806</c:v>
                </c:pt>
                <c:pt idx="63">
                  <c:v>0.6931471806</c:v>
                </c:pt>
                <c:pt idx="64">
                  <c:v>0.6931471806</c:v>
                </c:pt>
                <c:pt idx="65">
                  <c:v>1.791759469</c:v>
                </c:pt>
                <c:pt idx="66">
                  <c:v>0.6931471806</c:v>
                </c:pt>
                <c:pt idx="67">
                  <c:v>4.727387819</c:v>
                </c:pt>
                <c:pt idx="68">
                  <c:v>3.688879454</c:v>
                </c:pt>
                <c:pt idx="69">
                  <c:v>1.945910149</c:v>
                </c:pt>
                <c:pt idx="70">
                  <c:v>0.6931471806</c:v>
                </c:pt>
                <c:pt idx="71">
                  <c:v>2.079441542</c:v>
                </c:pt>
                <c:pt idx="72">
                  <c:v>2.890371758</c:v>
                </c:pt>
                <c:pt idx="73">
                  <c:v>1.386294361</c:v>
                </c:pt>
                <c:pt idx="74">
                  <c:v>3.465735903</c:v>
                </c:pt>
                <c:pt idx="75">
                  <c:v>0.6931471806</c:v>
                </c:pt>
                <c:pt idx="76">
                  <c:v>2.564949357</c:v>
                </c:pt>
                <c:pt idx="77">
                  <c:v>3.555348061</c:v>
                </c:pt>
                <c:pt idx="78">
                  <c:v>2.197224577</c:v>
                </c:pt>
                <c:pt idx="79">
                  <c:v>0.6931471806</c:v>
                </c:pt>
                <c:pt idx="80">
                  <c:v>0.6931471806</c:v>
                </c:pt>
                <c:pt idx="81">
                  <c:v>1.098612289</c:v>
                </c:pt>
                <c:pt idx="82">
                  <c:v>2.48490665</c:v>
                </c:pt>
                <c:pt idx="83">
                  <c:v>2.63905733</c:v>
                </c:pt>
                <c:pt idx="84">
                  <c:v>1.609437912</c:v>
                </c:pt>
                <c:pt idx="85">
                  <c:v>3.218875825</c:v>
                </c:pt>
                <c:pt idx="86">
                  <c:v>1.386294361</c:v>
                </c:pt>
                <c:pt idx="87">
                  <c:v>3.258096538</c:v>
                </c:pt>
                <c:pt idx="88">
                  <c:v>0.6931471806</c:v>
                </c:pt>
                <c:pt idx="89">
                  <c:v>1.609437912</c:v>
                </c:pt>
                <c:pt idx="90">
                  <c:v>3.33220451</c:v>
                </c:pt>
                <c:pt idx="91">
                  <c:v>0.6931471806</c:v>
                </c:pt>
                <c:pt idx="92">
                  <c:v>2.708050201</c:v>
                </c:pt>
                <c:pt idx="93">
                  <c:v>1.386294361</c:v>
                </c:pt>
                <c:pt idx="94">
                  <c:v>2.772588722</c:v>
                </c:pt>
                <c:pt idx="95">
                  <c:v>0.6931471806</c:v>
                </c:pt>
                <c:pt idx="96">
                  <c:v>0.6931471806</c:v>
                </c:pt>
                <c:pt idx="97">
                  <c:v>1.609437912</c:v>
                </c:pt>
                <c:pt idx="98">
                  <c:v>3.091042453</c:v>
                </c:pt>
                <c:pt idx="99">
                  <c:v>6.216606101</c:v>
                </c:pt>
                <c:pt idx="100">
                  <c:v>1.609437912</c:v>
                </c:pt>
                <c:pt idx="101">
                  <c:v>2.079441542</c:v>
                </c:pt>
                <c:pt idx="102">
                  <c:v>4.189654742</c:v>
                </c:pt>
                <c:pt idx="103">
                  <c:v>1.609437912</c:v>
                </c:pt>
                <c:pt idx="104">
                  <c:v>4.127134385</c:v>
                </c:pt>
                <c:pt idx="105">
                  <c:v>2.944438979</c:v>
                </c:pt>
                <c:pt idx="106">
                  <c:v>3.401197382</c:v>
                </c:pt>
                <c:pt idx="107">
                  <c:v>1.098612289</c:v>
                </c:pt>
                <c:pt idx="108">
                  <c:v>0.6931471806</c:v>
                </c:pt>
                <c:pt idx="109">
                  <c:v>4.025351691</c:v>
                </c:pt>
                <c:pt idx="110">
                  <c:v>2.63905733</c:v>
                </c:pt>
                <c:pt idx="111">
                  <c:v>3.850147602</c:v>
                </c:pt>
                <c:pt idx="112">
                  <c:v>2.397895273</c:v>
                </c:pt>
                <c:pt idx="113">
                  <c:v>2.079441542</c:v>
                </c:pt>
                <c:pt idx="114">
                  <c:v>4.189654742</c:v>
                </c:pt>
                <c:pt idx="115">
                  <c:v>1.609437912</c:v>
                </c:pt>
                <c:pt idx="116">
                  <c:v>3.33220451</c:v>
                </c:pt>
                <c:pt idx="117">
                  <c:v>1.791759469</c:v>
                </c:pt>
                <c:pt idx="118">
                  <c:v>0.6931471806</c:v>
                </c:pt>
                <c:pt idx="119">
                  <c:v>3.091042453</c:v>
                </c:pt>
                <c:pt idx="120">
                  <c:v>1.098612289</c:v>
                </c:pt>
                <c:pt idx="121">
                  <c:v>2.079441542</c:v>
                </c:pt>
                <c:pt idx="122">
                  <c:v>3.465735903</c:v>
                </c:pt>
                <c:pt idx="123">
                  <c:v>2.197224577</c:v>
                </c:pt>
                <c:pt idx="124">
                  <c:v>1.386294361</c:v>
                </c:pt>
                <c:pt idx="125">
                  <c:v>4.143134726</c:v>
                </c:pt>
                <c:pt idx="126">
                  <c:v>4.615120517</c:v>
                </c:pt>
                <c:pt idx="127">
                  <c:v>0.6931471806</c:v>
                </c:pt>
                <c:pt idx="128">
                  <c:v>4.905274778</c:v>
                </c:pt>
                <c:pt idx="129">
                  <c:v>5.472270674</c:v>
                </c:pt>
                <c:pt idx="130">
                  <c:v>3.761200116</c:v>
                </c:pt>
                <c:pt idx="131">
                  <c:v>3.988984047</c:v>
                </c:pt>
                <c:pt idx="132">
                  <c:v>1.609437912</c:v>
                </c:pt>
                <c:pt idx="133">
                  <c:v>4.828313737</c:v>
                </c:pt>
                <c:pt idx="134">
                  <c:v>3.912023005</c:v>
                </c:pt>
                <c:pt idx="135">
                  <c:v>0.6931471806</c:v>
                </c:pt>
                <c:pt idx="136">
                  <c:v>4.510859507</c:v>
                </c:pt>
                <c:pt idx="137">
                  <c:v>1.609437912</c:v>
                </c:pt>
                <c:pt idx="138">
                  <c:v>5.463831805</c:v>
                </c:pt>
                <c:pt idx="139">
                  <c:v>1.791759469</c:v>
                </c:pt>
                <c:pt idx="140">
                  <c:v>1.386294361</c:v>
                </c:pt>
                <c:pt idx="141">
                  <c:v>4.356708827</c:v>
                </c:pt>
                <c:pt idx="142">
                  <c:v>1.791759469</c:v>
                </c:pt>
                <c:pt idx="143">
                  <c:v>1.386294361</c:v>
                </c:pt>
                <c:pt idx="144">
                  <c:v>0.6931471806</c:v>
                </c:pt>
                <c:pt idx="145">
                  <c:v>1.098612289</c:v>
                </c:pt>
                <c:pt idx="146">
                  <c:v>3.713572067</c:v>
                </c:pt>
                <c:pt idx="147">
                  <c:v>0.6931471806</c:v>
                </c:pt>
                <c:pt idx="148">
                  <c:v>2.302585093</c:v>
                </c:pt>
                <c:pt idx="149">
                  <c:v>2.63905733</c:v>
                </c:pt>
                <c:pt idx="150">
                  <c:v>1.609437912</c:v>
                </c:pt>
                <c:pt idx="151">
                  <c:v>1.098612289</c:v>
                </c:pt>
                <c:pt idx="152">
                  <c:v>1.609437912</c:v>
                </c:pt>
                <c:pt idx="153">
                  <c:v>3.871201011</c:v>
                </c:pt>
                <c:pt idx="154">
                  <c:v>3.610917913</c:v>
                </c:pt>
                <c:pt idx="155">
                  <c:v>3.688879454</c:v>
                </c:pt>
                <c:pt idx="156">
                  <c:v>5.739792912</c:v>
                </c:pt>
                <c:pt idx="157">
                  <c:v>1.791759469</c:v>
                </c:pt>
                <c:pt idx="158">
                  <c:v>4.553876892</c:v>
                </c:pt>
                <c:pt idx="159">
                  <c:v>2.079441542</c:v>
                </c:pt>
                <c:pt idx="160">
                  <c:v>3.761200116</c:v>
                </c:pt>
                <c:pt idx="161">
                  <c:v>3.526360525</c:v>
                </c:pt>
                <c:pt idx="162">
                  <c:v>1.791759469</c:v>
                </c:pt>
                <c:pt idx="163">
                  <c:v>2.48490665</c:v>
                </c:pt>
                <c:pt idx="164">
                  <c:v>4.143134726</c:v>
                </c:pt>
                <c:pt idx="165">
                  <c:v>1.791759469</c:v>
                </c:pt>
                <c:pt idx="166">
                  <c:v>2.197224577</c:v>
                </c:pt>
                <c:pt idx="167">
                  <c:v>4.110873864</c:v>
                </c:pt>
                <c:pt idx="168">
                  <c:v>2.995732274</c:v>
                </c:pt>
                <c:pt idx="169">
                  <c:v>3.761200116</c:v>
                </c:pt>
                <c:pt idx="170">
                  <c:v>4.356708827</c:v>
                </c:pt>
                <c:pt idx="171">
                  <c:v>2.079441542</c:v>
                </c:pt>
                <c:pt idx="172">
                  <c:v>1.386294361</c:v>
                </c:pt>
                <c:pt idx="173">
                  <c:v>3.091042453</c:v>
                </c:pt>
                <c:pt idx="174">
                  <c:v>4.189654742</c:v>
                </c:pt>
                <c:pt idx="175">
                  <c:v>0.6931471806</c:v>
                </c:pt>
                <c:pt idx="176">
                  <c:v>3.912023005</c:v>
                </c:pt>
                <c:pt idx="177">
                  <c:v>3.295836866</c:v>
                </c:pt>
                <c:pt idx="178">
                  <c:v>0.6931471806</c:v>
                </c:pt>
                <c:pt idx="179">
                  <c:v>2.48490665</c:v>
                </c:pt>
                <c:pt idx="180">
                  <c:v>4.219507705</c:v>
                </c:pt>
                <c:pt idx="181">
                  <c:v>1.945910149</c:v>
                </c:pt>
                <c:pt idx="182">
                  <c:v>2.890371758</c:v>
                </c:pt>
                <c:pt idx="183">
                  <c:v>1.945910149</c:v>
                </c:pt>
                <c:pt idx="184">
                  <c:v>2.302585093</c:v>
                </c:pt>
                <c:pt idx="185">
                  <c:v>2.197224577</c:v>
                </c:pt>
                <c:pt idx="186">
                  <c:v>0.6931471806</c:v>
                </c:pt>
                <c:pt idx="187">
                  <c:v>1.609437912</c:v>
                </c:pt>
                <c:pt idx="188">
                  <c:v>1.098612289</c:v>
                </c:pt>
                <c:pt idx="189">
                  <c:v>1.386294361</c:v>
                </c:pt>
                <c:pt idx="190">
                  <c:v>1.098612289</c:v>
                </c:pt>
                <c:pt idx="191">
                  <c:v>0.6931471806</c:v>
                </c:pt>
                <c:pt idx="192">
                  <c:v>3.496507561</c:v>
                </c:pt>
                <c:pt idx="193">
                  <c:v>2.48490665</c:v>
                </c:pt>
                <c:pt idx="194">
                  <c:v>1.609437912</c:v>
                </c:pt>
                <c:pt idx="195">
                  <c:v>2.079441542</c:v>
                </c:pt>
                <c:pt idx="196">
                  <c:v>5.468060141</c:v>
                </c:pt>
                <c:pt idx="197">
                  <c:v>4.394449155</c:v>
                </c:pt>
                <c:pt idx="198">
                  <c:v>0.6931471806</c:v>
                </c:pt>
                <c:pt idx="199">
                  <c:v>2.564949357</c:v>
                </c:pt>
                <c:pt idx="200">
                  <c:v>2.48490665</c:v>
                </c:pt>
                <c:pt idx="201">
                  <c:v>1.386294361</c:v>
                </c:pt>
                <c:pt idx="202">
                  <c:v>3.663561646</c:v>
                </c:pt>
                <c:pt idx="203">
                  <c:v>1.098612289</c:v>
                </c:pt>
                <c:pt idx="204">
                  <c:v>0.6931471806</c:v>
                </c:pt>
                <c:pt idx="205">
                  <c:v>5.303304908</c:v>
                </c:pt>
                <c:pt idx="206">
                  <c:v>4.49980967</c:v>
                </c:pt>
                <c:pt idx="207">
                  <c:v>1.609437912</c:v>
                </c:pt>
                <c:pt idx="208">
                  <c:v>3.496507561</c:v>
                </c:pt>
                <c:pt idx="209">
                  <c:v>3.988984047</c:v>
                </c:pt>
                <c:pt idx="210">
                  <c:v>5.153291594</c:v>
                </c:pt>
                <c:pt idx="211">
                  <c:v>4.418840608</c:v>
                </c:pt>
                <c:pt idx="212">
                  <c:v>1.609437912</c:v>
                </c:pt>
                <c:pt idx="213">
                  <c:v>1.791759469</c:v>
                </c:pt>
                <c:pt idx="214">
                  <c:v>3.17805383</c:v>
                </c:pt>
                <c:pt idx="215">
                  <c:v>3.135494216</c:v>
                </c:pt>
                <c:pt idx="216">
                  <c:v>0.6931471806</c:v>
                </c:pt>
                <c:pt idx="217">
                  <c:v>1.098612289</c:v>
                </c:pt>
                <c:pt idx="218">
                  <c:v>2.397895273</c:v>
                </c:pt>
                <c:pt idx="219">
                  <c:v>4.820281566</c:v>
                </c:pt>
                <c:pt idx="220">
                  <c:v>3.295836866</c:v>
                </c:pt>
                <c:pt idx="221">
                  <c:v>2.197224577</c:v>
                </c:pt>
                <c:pt idx="222">
                  <c:v>0.6931471806</c:v>
                </c:pt>
                <c:pt idx="223">
                  <c:v>0.6931471806</c:v>
                </c:pt>
                <c:pt idx="224">
                  <c:v>4.615120517</c:v>
                </c:pt>
                <c:pt idx="225">
                  <c:v>0.6931471806</c:v>
                </c:pt>
                <c:pt idx="226">
                  <c:v>3.663561646</c:v>
                </c:pt>
                <c:pt idx="227">
                  <c:v>4.290459441</c:v>
                </c:pt>
                <c:pt idx="228">
                  <c:v>0.6931471806</c:v>
                </c:pt>
                <c:pt idx="229">
                  <c:v>4.955827058</c:v>
                </c:pt>
                <c:pt idx="230">
                  <c:v>4.007333185</c:v>
                </c:pt>
                <c:pt idx="231">
                  <c:v>1.386294361</c:v>
                </c:pt>
                <c:pt idx="232">
                  <c:v>0.6931471806</c:v>
                </c:pt>
                <c:pt idx="233">
                  <c:v>2.772588722</c:v>
                </c:pt>
                <c:pt idx="234">
                  <c:v>1.098612289</c:v>
                </c:pt>
                <c:pt idx="235">
                  <c:v>1.791759469</c:v>
                </c:pt>
                <c:pt idx="236">
                  <c:v>1.098612289</c:v>
                </c:pt>
                <c:pt idx="237">
                  <c:v>1.386294361</c:v>
                </c:pt>
                <c:pt idx="238">
                  <c:v>3.663561646</c:v>
                </c:pt>
                <c:pt idx="239">
                  <c:v>0.6931471806</c:v>
                </c:pt>
                <c:pt idx="240">
                  <c:v>2.63905733</c:v>
                </c:pt>
                <c:pt idx="241">
                  <c:v>4.59511985</c:v>
                </c:pt>
                <c:pt idx="242">
                  <c:v>3.63758616</c:v>
                </c:pt>
                <c:pt idx="243">
                  <c:v>0.6931471806</c:v>
                </c:pt>
                <c:pt idx="244">
                  <c:v>2.397895273</c:v>
                </c:pt>
                <c:pt idx="245">
                  <c:v>1.386294361</c:v>
                </c:pt>
                <c:pt idx="246">
                  <c:v>1.791759469</c:v>
                </c:pt>
                <c:pt idx="247">
                  <c:v>4.465908119</c:v>
                </c:pt>
                <c:pt idx="248">
                  <c:v>1.609437912</c:v>
                </c:pt>
                <c:pt idx="249">
                  <c:v>2.48490665</c:v>
                </c:pt>
                <c:pt idx="250">
                  <c:v>4.304065093</c:v>
                </c:pt>
                <c:pt idx="251">
                  <c:v>1.609437912</c:v>
                </c:pt>
                <c:pt idx="252">
                  <c:v>0.6931471806</c:v>
                </c:pt>
                <c:pt idx="253">
                  <c:v>0.6931471806</c:v>
                </c:pt>
                <c:pt idx="254">
                  <c:v>2.890371758</c:v>
                </c:pt>
                <c:pt idx="255">
                  <c:v>1.386294361</c:v>
                </c:pt>
                <c:pt idx="256">
                  <c:v>1.098612289</c:v>
                </c:pt>
                <c:pt idx="257">
                  <c:v>4.709530201</c:v>
                </c:pt>
                <c:pt idx="258">
                  <c:v>1.609437912</c:v>
                </c:pt>
                <c:pt idx="259">
                  <c:v>1.386294361</c:v>
                </c:pt>
                <c:pt idx="260">
                  <c:v>1.098612289</c:v>
                </c:pt>
                <c:pt idx="261">
                  <c:v>2.890371758</c:v>
                </c:pt>
                <c:pt idx="262">
                  <c:v>1.386294361</c:v>
                </c:pt>
                <c:pt idx="263">
                  <c:v>2.890371758</c:v>
                </c:pt>
                <c:pt idx="264">
                  <c:v>3.663561646</c:v>
                </c:pt>
                <c:pt idx="265">
                  <c:v>1.098612289</c:v>
                </c:pt>
                <c:pt idx="266">
                  <c:v>1.386294361</c:v>
                </c:pt>
                <c:pt idx="267">
                  <c:v>3.433987204</c:v>
                </c:pt>
                <c:pt idx="268">
                  <c:v>1.386294361</c:v>
                </c:pt>
                <c:pt idx="269">
                  <c:v>3.044522438</c:v>
                </c:pt>
                <c:pt idx="270">
                  <c:v>3.912023005</c:v>
                </c:pt>
                <c:pt idx="271">
                  <c:v>0.6931471806</c:v>
                </c:pt>
                <c:pt idx="272">
                  <c:v>2.890371758</c:v>
                </c:pt>
                <c:pt idx="273">
                  <c:v>3.496507561</c:v>
                </c:pt>
                <c:pt idx="274">
                  <c:v>1.098612289</c:v>
                </c:pt>
                <c:pt idx="275">
                  <c:v>4.077537444</c:v>
                </c:pt>
                <c:pt idx="276">
                  <c:v>1.945910149</c:v>
                </c:pt>
                <c:pt idx="277">
                  <c:v>2.079441542</c:v>
                </c:pt>
                <c:pt idx="278">
                  <c:v>3.17805383</c:v>
                </c:pt>
                <c:pt idx="279">
                  <c:v>0.6931471806</c:v>
                </c:pt>
                <c:pt idx="280">
                  <c:v>3.091042453</c:v>
                </c:pt>
                <c:pt idx="281">
                  <c:v>5.683579767</c:v>
                </c:pt>
                <c:pt idx="282">
                  <c:v>4.143134726</c:v>
                </c:pt>
                <c:pt idx="283">
                  <c:v>2.564949357</c:v>
                </c:pt>
                <c:pt idx="284">
                  <c:v>1.386294361</c:v>
                </c:pt>
                <c:pt idx="285">
                  <c:v>1.098612289</c:v>
                </c:pt>
                <c:pt idx="286">
                  <c:v>2.197224577</c:v>
                </c:pt>
                <c:pt idx="287">
                  <c:v>0.6931471806</c:v>
                </c:pt>
                <c:pt idx="288">
                  <c:v>0.6931471806</c:v>
                </c:pt>
                <c:pt idx="289">
                  <c:v>4.510859507</c:v>
                </c:pt>
                <c:pt idx="290">
                  <c:v>1.609437912</c:v>
                </c:pt>
                <c:pt idx="291">
                  <c:v>1.945910149</c:v>
                </c:pt>
                <c:pt idx="292">
                  <c:v>1.098612289</c:v>
                </c:pt>
                <c:pt idx="293">
                  <c:v>5.214935758</c:v>
                </c:pt>
                <c:pt idx="294">
                  <c:v>3.526360525</c:v>
                </c:pt>
                <c:pt idx="295">
                  <c:v>2.833213344</c:v>
                </c:pt>
                <c:pt idx="296">
                  <c:v>1.609437912</c:v>
                </c:pt>
                <c:pt idx="297">
                  <c:v>3.465735903</c:v>
                </c:pt>
                <c:pt idx="298">
                  <c:v>3.295836866</c:v>
                </c:pt>
              </c:numCache>
            </c:numRef>
          </c:xVal>
          <c:yVal>
            <c:numRef>
              <c:f>'Chart Data'!$F$2:$F$300</c:f>
              <c:numCache>
                <c:formatCode>0.00</c:formatCode>
                <c:ptCount val="299"/>
                <c:pt idx="0">
                  <c:v>0.008654282</c:v>
                </c:pt>
                <c:pt idx="1">
                  <c:v>-0.0040573925</c:v>
                </c:pt>
                <c:pt idx="2">
                  <c:v>0.009734546</c:v>
                </c:pt>
                <c:pt idx="3">
                  <c:v>0.0070578335</c:v>
                </c:pt>
                <c:pt idx="4">
                  <c:v>0.0019848829</c:v>
                </c:pt>
                <c:pt idx="5">
                  <c:v>0.008502563</c:v>
                </c:pt>
                <c:pt idx="6">
                  <c:v>0.0079834275</c:v>
                </c:pt>
                <c:pt idx="7">
                  <c:v>0.00393072</c:v>
                </c:pt>
                <c:pt idx="8">
                  <c:v>0.008021615</c:v>
                </c:pt>
                <c:pt idx="9">
                  <c:v>-0.00538581</c:v>
                </c:pt>
                <c:pt idx="10">
                  <c:v>0.007759687</c:v>
                </c:pt>
                <c:pt idx="11">
                  <c:v>0.004114403</c:v>
                </c:pt>
                <c:pt idx="12">
                  <c:v>-0.027525842</c:v>
                </c:pt>
                <c:pt idx="13">
                  <c:v>0.009079979</c:v>
                </c:pt>
                <c:pt idx="14">
                  <c:v>0.007436657</c:v>
                </c:pt>
                <c:pt idx="15">
                  <c:v>-0.004441211</c:v>
                </c:pt>
                <c:pt idx="16">
                  <c:v>0.005328711</c:v>
                </c:pt>
                <c:pt idx="17">
                  <c:v>0.0024844934</c:v>
                </c:pt>
                <c:pt idx="18">
                  <c:v>-0.0039769253</c:v>
                </c:pt>
                <c:pt idx="19">
                  <c:v>-0.00647807</c:v>
                </c:pt>
                <c:pt idx="20">
                  <c:v>-0.016795889</c:v>
                </c:pt>
                <c:pt idx="21">
                  <c:v>-0.0020768847</c:v>
                </c:pt>
                <c:pt idx="22">
                  <c:v>0.01005306</c:v>
                </c:pt>
                <c:pt idx="23">
                  <c:v>-0.0054004407</c:v>
                </c:pt>
                <c:pt idx="24">
                  <c:v>0.0073234523</c:v>
                </c:pt>
                <c:pt idx="25">
                  <c:v>0.008928927</c:v>
                </c:pt>
                <c:pt idx="26">
                  <c:v>0.009953267</c:v>
                </c:pt>
                <c:pt idx="27">
                  <c:v>-0.0049475795</c:v>
                </c:pt>
                <c:pt idx="28">
                  <c:v>-0.001761255</c:v>
                </c:pt>
                <c:pt idx="29">
                  <c:v>-0.0015798929</c:v>
                </c:pt>
                <c:pt idx="30">
                  <c:v>-0.004437146</c:v>
                </c:pt>
                <c:pt idx="31">
                  <c:v>-0.005175022</c:v>
                </c:pt>
                <c:pt idx="32">
                  <c:v>-0.0041762474</c:v>
                </c:pt>
                <c:pt idx="33">
                  <c:v>-0.0011781303</c:v>
                </c:pt>
                <c:pt idx="34">
                  <c:v>0.009666625</c:v>
                </c:pt>
                <c:pt idx="35">
                  <c:v>-0.0021019224</c:v>
                </c:pt>
                <c:pt idx="36">
                  <c:v>0.0070067835</c:v>
                </c:pt>
                <c:pt idx="37">
                  <c:v>0.008062239</c:v>
                </c:pt>
                <c:pt idx="38">
                  <c:v>0.0030302564</c:v>
                </c:pt>
                <c:pt idx="39">
                  <c:v>0.006078863</c:v>
                </c:pt>
                <c:pt idx="40">
                  <c:v>-0.0016568678</c:v>
                </c:pt>
                <c:pt idx="41">
                  <c:v>0.008628399</c:v>
                </c:pt>
                <c:pt idx="42">
                  <c:v>0.010501729</c:v>
                </c:pt>
                <c:pt idx="43">
                  <c:v>-0.0043152403</c:v>
                </c:pt>
                <c:pt idx="44">
                  <c:v>-0.0044658016</c:v>
                </c:pt>
                <c:pt idx="45">
                  <c:v>-0.0033571094</c:v>
                </c:pt>
                <c:pt idx="46">
                  <c:v>0.013219772</c:v>
                </c:pt>
                <c:pt idx="47">
                  <c:v>-0.010012112</c:v>
                </c:pt>
                <c:pt idx="48">
                  <c:v>-0.007552614</c:v>
                </c:pt>
                <c:pt idx="49">
                  <c:v>-0.032065973</c:v>
                </c:pt>
                <c:pt idx="50">
                  <c:v>-0.00877749</c:v>
                </c:pt>
                <c:pt idx="51">
                  <c:v>-0.010215312</c:v>
                </c:pt>
                <c:pt idx="52">
                  <c:v>0.00111125</c:v>
                </c:pt>
                <c:pt idx="53">
                  <c:v>-0.0038790395</c:v>
                </c:pt>
                <c:pt idx="54">
                  <c:v>-0.0008338659</c:v>
                </c:pt>
                <c:pt idx="55">
                  <c:v>0.004545802</c:v>
                </c:pt>
                <c:pt idx="56">
                  <c:v>-0.0066695306</c:v>
                </c:pt>
                <c:pt idx="57">
                  <c:v>-0.0062059015</c:v>
                </c:pt>
                <c:pt idx="58">
                  <c:v>0.008056878</c:v>
                </c:pt>
                <c:pt idx="59">
                  <c:v>0.0011047901</c:v>
                </c:pt>
                <c:pt idx="60">
                  <c:v>-0.0042122826</c:v>
                </c:pt>
                <c:pt idx="61">
                  <c:v>0.008829626</c:v>
                </c:pt>
                <c:pt idx="62">
                  <c:v>-0.013168245</c:v>
                </c:pt>
                <c:pt idx="63">
                  <c:v>-0.0075474717</c:v>
                </c:pt>
                <c:pt idx="64">
                  <c:v>-0.006750642</c:v>
                </c:pt>
                <c:pt idx="65">
                  <c:v>0.0025300996</c:v>
                </c:pt>
                <c:pt idx="66">
                  <c:v>-0.009635829</c:v>
                </c:pt>
                <c:pt idx="67">
                  <c:v>-0.0041563646</c:v>
                </c:pt>
                <c:pt idx="68">
                  <c:v>0.0043328316</c:v>
                </c:pt>
                <c:pt idx="69">
                  <c:v>0.011506907</c:v>
                </c:pt>
                <c:pt idx="70">
                  <c:v>-0.005700879</c:v>
                </c:pt>
                <c:pt idx="71">
                  <c:v>0.009581158</c:v>
                </c:pt>
                <c:pt idx="72">
                  <c:v>0.004601762</c:v>
                </c:pt>
                <c:pt idx="73">
                  <c:v>-0.0018383949</c:v>
                </c:pt>
                <c:pt idx="74">
                  <c:v>-0.0022081933</c:v>
                </c:pt>
                <c:pt idx="75">
                  <c:v>-0.005097075</c:v>
                </c:pt>
                <c:pt idx="76">
                  <c:v>0.008717056</c:v>
                </c:pt>
                <c:pt idx="77">
                  <c:v>0.0026595844</c:v>
                </c:pt>
                <c:pt idx="78">
                  <c:v>0.010176232</c:v>
                </c:pt>
                <c:pt idx="79">
                  <c:v>-0.0036843717</c:v>
                </c:pt>
                <c:pt idx="80">
                  <c:v>-0.02009781</c:v>
                </c:pt>
                <c:pt idx="81">
                  <c:v>-0.008070882</c:v>
                </c:pt>
                <c:pt idx="82">
                  <c:v>0.0074781952</c:v>
                </c:pt>
                <c:pt idx="83">
                  <c:v>0.007482925</c:v>
                </c:pt>
                <c:pt idx="84">
                  <c:v>0.0085393265</c:v>
                </c:pt>
                <c:pt idx="85">
                  <c:v>0.0073726014</c:v>
                </c:pt>
                <c:pt idx="86">
                  <c:v>-0.004637043</c:v>
                </c:pt>
                <c:pt idx="87">
                  <c:v>0.008848781</c:v>
                </c:pt>
                <c:pt idx="88">
                  <c:v>-0.013483798</c:v>
                </c:pt>
                <c:pt idx="89">
                  <c:v>0.00824636</c:v>
                </c:pt>
                <c:pt idx="90">
                  <c:v>0.010919677</c:v>
                </c:pt>
                <c:pt idx="91">
                  <c:v>-0.004024191</c:v>
                </c:pt>
                <c:pt idx="92">
                  <c:v>0.009782744</c:v>
                </c:pt>
                <c:pt idx="93">
                  <c:v>-0.0015710291</c:v>
                </c:pt>
                <c:pt idx="94">
                  <c:v>0.0077158334</c:v>
                </c:pt>
                <c:pt idx="95">
                  <c:v>-0.002299247</c:v>
                </c:pt>
                <c:pt idx="96">
                  <c:v>-0.002685236</c:v>
                </c:pt>
                <c:pt idx="97">
                  <c:v>0.0066822306</c:v>
                </c:pt>
                <c:pt idx="98">
                  <c:v>0.008281928</c:v>
                </c:pt>
                <c:pt idx="99">
                  <c:v>-0.052977014</c:v>
                </c:pt>
                <c:pt idx="100">
                  <c:v>0.0047938027</c:v>
                </c:pt>
                <c:pt idx="101">
                  <c:v>0.008888494</c:v>
                </c:pt>
                <c:pt idx="102">
                  <c:v>-0.00018740042</c:v>
                </c:pt>
                <c:pt idx="103">
                  <c:v>0.0044585345</c:v>
                </c:pt>
                <c:pt idx="104">
                  <c:v>-0.0041670464</c:v>
                </c:pt>
                <c:pt idx="105">
                  <c:v>0.01733702</c:v>
                </c:pt>
                <c:pt idx="106">
                  <c:v>0.0060498537</c:v>
                </c:pt>
                <c:pt idx="107">
                  <c:v>-0.003780019</c:v>
                </c:pt>
                <c:pt idx="108">
                  <c:v>-0.0037516812</c:v>
                </c:pt>
                <c:pt idx="109">
                  <c:v>-0.008723076</c:v>
                </c:pt>
                <c:pt idx="110">
                  <c:v>0.009209795</c:v>
                </c:pt>
                <c:pt idx="111">
                  <c:v>0.00588851</c:v>
                </c:pt>
                <c:pt idx="112">
                  <c:v>0.010694085</c:v>
                </c:pt>
                <c:pt idx="113">
                  <c:v>0.012959838</c:v>
                </c:pt>
                <c:pt idx="114">
                  <c:v>-0.011131383</c:v>
                </c:pt>
                <c:pt idx="115">
                  <c:v>0.0019903735</c:v>
                </c:pt>
                <c:pt idx="116">
                  <c:v>0.0067428476</c:v>
                </c:pt>
                <c:pt idx="117">
                  <c:v>0.008835151</c:v>
                </c:pt>
                <c:pt idx="118">
                  <c:v>0.0060216268</c:v>
                </c:pt>
                <c:pt idx="119">
                  <c:v>0.012033745</c:v>
                </c:pt>
                <c:pt idx="120">
                  <c:v>-0.00047924172</c:v>
                </c:pt>
                <c:pt idx="121">
                  <c:v>0.006792323</c:v>
                </c:pt>
                <c:pt idx="122">
                  <c:v>0.009105416</c:v>
                </c:pt>
                <c:pt idx="123">
                  <c:v>0.011361918</c:v>
                </c:pt>
                <c:pt idx="124">
                  <c:v>-0.0005293903</c:v>
                </c:pt>
                <c:pt idx="125">
                  <c:v>-0.0029151533</c:v>
                </c:pt>
                <c:pt idx="126">
                  <c:v>-0.021044118</c:v>
                </c:pt>
                <c:pt idx="127">
                  <c:v>-0.0049224985</c:v>
                </c:pt>
                <c:pt idx="128">
                  <c:v>-0.007522932</c:v>
                </c:pt>
                <c:pt idx="129">
                  <c:v>-0.030090012</c:v>
                </c:pt>
                <c:pt idx="130">
                  <c:v>-0.0037983214</c:v>
                </c:pt>
                <c:pt idx="131">
                  <c:v>-0.0015646763</c:v>
                </c:pt>
                <c:pt idx="132">
                  <c:v>0.0053948085</c:v>
                </c:pt>
                <c:pt idx="133">
                  <c:v>-0.030121539</c:v>
                </c:pt>
                <c:pt idx="134">
                  <c:v>0.0038040995</c:v>
                </c:pt>
                <c:pt idx="135">
                  <c:v>-0.0070523336</c:v>
                </c:pt>
                <c:pt idx="136">
                  <c:v>-0.01558595</c:v>
                </c:pt>
                <c:pt idx="137">
                  <c:v>0.0058581852</c:v>
                </c:pt>
                <c:pt idx="138">
                  <c:v>-0.026439277</c:v>
                </c:pt>
                <c:pt idx="139">
                  <c:v>0.0070544654</c:v>
                </c:pt>
                <c:pt idx="140">
                  <c:v>-0.003105173</c:v>
                </c:pt>
                <c:pt idx="141">
                  <c:v>-0.00470555</c:v>
                </c:pt>
                <c:pt idx="142">
                  <c:v>0.0071150917</c:v>
                </c:pt>
                <c:pt idx="143">
                  <c:v>-0.0017478225</c:v>
                </c:pt>
                <c:pt idx="144">
                  <c:v>-0.0038438027</c:v>
                </c:pt>
                <c:pt idx="145">
                  <c:v>0.0051546353</c:v>
                </c:pt>
                <c:pt idx="146">
                  <c:v>0.00400893</c:v>
                </c:pt>
                <c:pt idx="147">
                  <c:v>-0.0016203746</c:v>
                </c:pt>
                <c:pt idx="148">
                  <c:v>0.0108929165</c:v>
                </c:pt>
                <c:pt idx="149">
                  <c:v>0.009746794</c:v>
                </c:pt>
                <c:pt idx="150">
                  <c:v>0.0069392323</c:v>
                </c:pt>
                <c:pt idx="151">
                  <c:v>-0.0071731913</c:v>
                </c:pt>
                <c:pt idx="152">
                  <c:v>0.006884193</c:v>
                </c:pt>
                <c:pt idx="153">
                  <c:v>0.0060588988</c:v>
                </c:pt>
                <c:pt idx="154">
                  <c:v>0.006216554</c:v>
                </c:pt>
                <c:pt idx="155">
                  <c:v>-0.0020163334</c:v>
                </c:pt>
                <c:pt idx="156">
                  <c:v>-0.045987263</c:v>
                </c:pt>
                <c:pt idx="157">
                  <c:v>0.007833282</c:v>
                </c:pt>
                <c:pt idx="158">
                  <c:v>-0.017843409</c:v>
                </c:pt>
                <c:pt idx="159">
                  <c:v>0.011773918</c:v>
                </c:pt>
                <c:pt idx="160">
                  <c:v>0.004313466</c:v>
                </c:pt>
                <c:pt idx="161">
                  <c:v>0.0059697772</c:v>
                </c:pt>
                <c:pt idx="162">
                  <c:v>0.007857346</c:v>
                </c:pt>
                <c:pt idx="163">
                  <c:v>0.0069110985</c:v>
                </c:pt>
                <c:pt idx="164">
                  <c:v>-0.010064321</c:v>
                </c:pt>
                <c:pt idx="165">
                  <c:v>0.0061723907</c:v>
                </c:pt>
                <c:pt idx="166">
                  <c:v>0.012812604</c:v>
                </c:pt>
                <c:pt idx="167">
                  <c:v>-0.0067417994</c:v>
                </c:pt>
                <c:pt idx="168">
                  <c:v>0.00715285</c:v>
                </c:pt>
                <c:pt idx="169">
                  <c:v>0.006830538</c:v>
                </c:pt>
                <c:pt idx="170">
                  <c:v>-0.012171268</c:v>
                </c:pt>
                <c:pt idx="171">
                  <c:v>0.015470124</c:v>
                </c:pt>
                <c:pt idx="172">
                  <c:v>-6.432785E-05</c:v>
                </c:pt>
                <c:pt idx="173">
                  <c:v>0.008754475</c:v>
                </c:pt>
                <c:pt idx="174">
                  <c:v>-0.007353934</c:v>
                </c:pt>
                <c:pt idx="175">
                  <c:v>0.0034298575</c:v>
                </c:pt>
                <c:pt idx="176">
                  <c:v>0.002935983</c:v>
                </c:pt>
                <c:pt idx="177">
                  <c:v>0.007921206</c:v>
                </c:pt>
                <c:pt idx="178">
                  <c:v>-0.004088739</c:v>
                </c:pt>
                <c:pt idx="179">
                  <c:v>0.008984674</c:v>
                </c:pt>
                <c:pt idx="180">
                  <c:v>-0.010120555</c:v>
                </c:pt>
                <c:pt idx="181">
                  <c:v>0.008642848</c:v>
                </c:pt>
                <c:pt idx="182">
                  <c:v>0.009338277</c:v>
                </c:pt>
                <c:pt idx="183">
                  <c:v>0.0100212125</c:v>
                </c:pt>
                <c:pt idx="184">
                  <c:v>0.009348079</c:v>
                </c:pt>
                <c:pt idx="185">
                  <c:v>0.0075835283</c:v>
                </c:pt>
                <c:pt idx="186">
                  <c:v>0.001598136</c:v>
                </c:pt>
                <c:pt idx="187">
                  <c:v>0.0051631145</c:v>
                </c:pt>
                <c:pt idx="188">
                  <c:v>-0.006801078</c:v>
                </c:pt>
                <c:pt idx="189">
                  <c:v>-0.0027840605</c:v>
                </c:pt>
                <c:pt idx="190">
                  <c:v>0.0015534101</c:v>
                </c:pt>
                <c:pt idx="191">
                  <c:v>-0.0045455922</c:v>
                </c:pt>
                <c:pt idx="192">
                  <c:v>0.003958981</c:v>
                </c:pt>
                <c:pt idx="193">
                  <c:v>0.01271477</c:v>
                </c:pt>
                <c:pt idx="194">
                  <c:v>0.0087144235</c:v>
                </c:pt>
                <c:pt idx="195">
                  <c:v>0.009339088</c:v>
                </c:pt>
                <c:pt idx="196">
                  <c:v>-0.02834253</c:v>
                </c:pt>
                <c:pt idx="197">
                  <c:v>-0.011117216</c:v>
                </c:pt>
                <c:pt idx="198">
                  <c:v>-0.0053949063</c:v>
                </c:pt>
                <c:pt idx="199">
                  <c:v>0.00889447</c:v>
                </c:pt>
                <c:pt idx="200">
                  <c:v>0.00710138</c:v>
                </c:pt>
                <c:pt idx="201">
                  <c:v>-0.003917471</c:v>
                </c:pt>
                <c:pt idx="202">
                  <c:v>0.003618338</c:v>
                </c:pt>
                <c:pt idx="203">
                  <c:v>-0.0062924884</c:v>
                </c:pt>
                <c:pt idx="204">
                  <c:v>-0.011943843</c:v>
                </c:pt>
                <c:pt idx="205">
                  <c:v>-0.0399248</c:v>
                </c:pt>
                <c:pt idx="206">
                  <c:v>-0.0079799825</c:v>
                </c:pt>
                <c:pt idx="207">
                  <c:v>0.0052279043</c:v>
                </c:pt>
                <c:pt idx="208">
                  <c:v>0.008106476</c:v>
                </c:pt>
                <c:pt idx="209">
                  <c:v>-0.005274164</c:v>
                </c:pt>
                <c:pt idx="210">
                  <c:v>-0.00836881</c:v>
                </c:pt>
                <c:pt idx="211">
                  <c:v>-0.004929815</c:v>
                </c:pt>
                <c:pt idx="212">
                  <c:v>0.008643127</c:v>
                </c:pt>
                <c:pt idx="213">
                  <c:v>0.008423875</c:v>
                </c:pt>
                <c:pt idx="214">
                  <c:v>0.008254372</c:v>
                </c:pt>
                <c:pt idx="215">
                  <c:v>0.010083971</c:v>
                </c:pt>
                <c:pt idx="216">
                  <c:v>-0.004572132</c:v>
                </c:pt>
                <c:pt idx="217">
                  <c:v>-0.001963222</c:v>
                </c:pt>
                <c:pt idx="218">
                  <c:v>0.0072995843</c:v>
                </c:pt>
                <c:pt idx="219">
                  <c:v>-0.023244614</c:v>
                </c:pt>
                <c:pt idx="220">
                  <c:v>0.011895327</c:v>
                </c:pt>
                <c:pt idx="221">
                  <c:v>0.012384872</c:v>
                </c:pt>
                <c:pt idx="222">
                  <c:v>-0.0051710936</c:v>
                </c:pt>
                <c:pt idx="223">
                  <c:v>-0.0035930679</c:v>
                </c:pt>
                <c:pt idx="224">
                  <c:v>-0.00786424</c:v>
                </c:pt>
                <c:pt idx="225">
                  <c:v>-0.0076622744</c:v>
                </c:pt>
                <c:pt idx="226">
                  <c:v>0.0056233513</c:v>
                </c:pt>
                <c:pt idx="227">
                  <c:v>-0.0060554966</c:v>
                </c:pt>
                <c:pt idx="228">
                  <c:v>-0.0054462864</c:v>
                </c:pt>
                <c:pt idx="229">
                  <c:v>-0.01671592</c:v>
                </c:pt>
                <c:pt idx="230">
                  <c:v>-0.0037693733</c:v>
                </c:pt>
                <c:pt idx="231">
                  <c:v>-0.0070569827</c:v>
                </c:pt>
                <c:pt idx="232">
                  <c:v>-0.0133452155</c:v>
                </c:pt>
                <c:pt idx="233">
                  <c:v>0.011740837</c:v>
                </c:pt>
                <c:pt idx="234">
                  <c:v>-0.0013047317</c:v>
                </c:pt>
                <c:pt idx="235">
                  <c:v>0.0055173626</c:v>
                </c:pt>
                <c:pt idx="236">
                  <c:v>0.0035031398</c:v>
                </c:pt>
                <c:pt idx="237">
                  <c:v>-0.002670525</c:v>
                </c:pt>
                <c:pt idx="238">
                  <c:v>0.005532664</c:v>
                </c:pt>
                <c:pt idx="239">
                  <c:v>0.002202468</c:v>
                </c:pt>
                <c:pt idx="240">
                  <c:v>0.006541822</c:v>
                </c:pt>
                <c:pt idx="241">
                  <c:v>-0.011851929</c:v>
                </c:pt>
                <c:pt idx="242">
                  <c:v>0.001976151</c:v>
                </c:pt>
                <c:pt idx="243">
                  <c:v>-0.0037090825</c:v>
                </c:pt>
                <c:pt idx="244">
                  <c:v>0.011415404</c:v>
                </c:pt>
                <c:pt idx="245">
                  <c:v>-0.0046626823</c:v>
                </c:pt>
                <c:pt idx="246">
                  <c:v>0.009571814</c:v>
                </c:pt>
                <c:pt idx="247">
                  <c:v>-0.021681808</c:v>
                </c:pt>
                <c:pt idx="248">
                  <c:v>0.0046449667</c:v>
                </c:pt>
                <c:pt idx="249">
                  <c:v>0.009792427</c:v>
                </c:pt>
                <c:pt idx="250">
                  <c:v>-0.0071496787</c:v>
                </c:pt>
                <c:pt idx="251">
                  <c:v>0.0055420725</c:v>
                </c:pt>
                <c:pt idx="252">
                  <c:v>-0.008732409</c:v>
                </c:pt>
                <c:pt idx="253">
                  <c:v>-0.004833343</c:v>
                </c:pt>
                <c:pt idx="254">
                  <c:v>0.0058255857</c:v>
                </c:pt>
                <c:pt idx="255">
                  <c:v>-0.0070537394</c:v>
                </c:pt>
                <c:pt idx="256">
                  <c:v>0.003913919</c:v>
                </c:pt>
                <c:pt idx="257">
                  <c:v>-0.008326328</c:v>
                </c:pt>
                <c:pt idx="258">
                  <c:v>0.0057891337</c:v>
                </c:pt>
                <c:pt idx="259">
                  <c:v>0.00302359</c:v>
                </c:pt>
                <c:pt idx="260">
                  <c:v>-0.004337272</c:v>
                </c:pt>
                <c:pt idx="261">
                  <c:v>0.010344831</c:v>
                </c:pt>
                <c:pt idx="262">
                  <c:v>-0.001738581</c:v>
                </c:pt>
                <c:pt idx="263">
                  <c:v>0.009053203</c:v>
                </c:pt>
                <c:pt idx="264">
                  <c:v>0.0024134105</c:v>
                </c:pt>
                <c:pt idx="265">
                  <c:v>-0.008341681</c:v>
                </c:pt>
                <c:pt idx="266">
                  <c:v>0.004714549</c:v>
                </c:pt>
                <c:pt idx="267">
                  <c:v>0.0032504182</c:v>
                </c:pt>
                <c:pt idx="268">
                  <c:v>-0.002496269</c:v>
                </c:pt>
                <c:pt idx="269">
                  <c:v>0.004630505</c:v>
                </c:pt>
                <c:pt idx="270">
                  <c:v>-1.1308315E-05</c:v>
                </c:pt>
                <c:pt idx="271">
                  <c:v>-0.005754268</c:v>
                </c:pt>
                <c:pt idx="272">
                  <c:v>0.010002176</c:v>
                </c:pt>
                <c:pt idx="273">
                  <c:v>0.004832608</c:v>
                </c:pt>
                <c:pt idx="274">
                  <c:v>-0.0038020671</c:v>
                </c:pt>
                <c:pt idx="275">
                  <c:v>-0.01468305</c:v>
                </c:pt>
                <c:pt idx="276">
                  <c:v>0.0057477313</c:v>
                </c:pt>
                <c:pt idx="277">
                  <c:v>0.009277106</c:v>
                </c:pt>
                <c:pt idx="278">
                  <c:v>0.006183171</c:v>
                </c:pt>
                <c:pt idx="279">
                  <c:v>-0.0056205145</c:v>
                </c:pt>
                <c:pt idx="280">
                  <c:v>0.008848243</c:v>
                </c:pt>
                <c:pt idx="281">
                  <c:v>-0.050733786</c:v>
                </c:pt>
                <c:pt idx="282">
                  <c:v>0.0028213537</c:v>
                </c:pt>
                <c:pt idx="283">
                  <c:v>0.009569844</c:v>
                </c:pt>
                <c:pt idx="284">
                  <c:v>-0.005952192</c:v>
                </c:pt>
                <c:pt idx="285">
                  <c:v>-0.0015920366</c:v>
                </c:pt>
                <c:pt idx="286">
                  <c:v>0.007424237</c:v>
                </c:pt>
                <c:pt idx="287">
                  <c:v>-0.0023599004</c:v>
                </c:pt>
                <c:pt idx="288">
                  <c:v>-0.008984525</c:v>
                </c:pt>
                <c:pt idx="289">
                  <c:v>-0.009272634</c:v>
                </c:pt>
                <c:pt idx="290">
                  <c:v>0.0069020214</c:v>
                </c:pt>
                <c:pt idx="291">
                  <c:v>0.007897708</c:v>
                </c:pt>
                <c:pt idx="292">
                  <c:v>-0.005024561</c:v>
                </c:pt>
                <c:pt idx="293">
                  <c:v>-0.041362915</c:v>
                </c:pt>
                <c:pt idx="294">
                  <c:v>0.003802938</c:v>
                </c:pt>
                <c:pt idx="295">
                  <c:v>0.009038556</c:v>
                </c:pt>
                <c:pt idx="296">
                  <c:v>0.006667363</c:v>
                </c:pt>
                <c:pt idx="297">
                  <c:v>0.004113621</c:v>
                </c:pt>
                <c:pt idx="298">
                  <c:v>0.0046042325</c:v>
                </c:pt>
              </c:numCache>
            </c:numRef>
          </c:y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D6E0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</c:scaling>
        <c:delete val="0"/>
        <c:axPos val="b"/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3442"/>
              </a:solidFill>
              <a:latin typeface="Arial"/>
              <a:ea typeface="Arial"/>
              <a:cs typeface="Arial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 · ВОПРОС И КОНТЕКСТ">
            <a:extLst xmlns:a="http://schemas.openxmlformats.org/drawingml/2006/main">
              <a:ext uri="{FF2B5EF4-FFF2-40B4-BE49-F238E27FC236}">
                <a16:creationId xmlns:a16="http://schemas.microsoft.com/office/drawing/2014/main" id="{37E67B1F-2B6B-451B-9037-9500DED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 · ВОПРОС И КОНТЕКСТ</a:t>
            </a:r>
          </a:p>
        </p:txBody>
      </p:sp>
      <p:sp>
        <p:nvSpPr>
          <p:cNvPr id="2" name="Как предсказывать цены Airbnb в Лондоне?">
            <a:extLst xmlns:a="http://schemas.openxmlformats.org/drawingml/2006/main">
              <a:ext uri="{FF2B5EF4-FFF2-40B4-BE49-F238E27FC236}">
                <a16:creationId xmlns:a16="http://schemas.microsoft.com/office/drawing/2014/main" id="{7ECD7DE0-3CFF-4049-87F3-F4F0157C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Как предсказывать цены Airbnb в Лондоне?</a:t>
            </a:r>
          </a:p>
        </p:txBody>
      </p:sp>
      <p:sp>
        <p:nvSpPr>
          <p:cNvPr id="3" name="Цена предложения за ночь · сентябрь и июнь 2026">
            <a:extLst xmlns:a="http://schemas.openxmlformats.org/drawingml/2006/main">
              <a:ext uri="{FF2B5EF4-FFF2-40B4-BE49-F238E27FC236}">
                <a16:creationId xmlns:a16="http://schemas.microsoft.com/office/drawing/2014/main" id="{163232D8-3AF1-45C1-A526-755A75A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Цена предложения за ночь · сентябрь и июнь 2026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A18DF31-94D5-40FF-98C3-7B124043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FF134E01-F170-4E7A-A050-0AF10635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£57.1">
            <a:extLst xmlns:a="http://schemas.openxmlformats.org/drawingml/2006/main">
              <a:ext uri="{FF2B5EF4-FFF2-40B4-BE49-F238E27FC236}">
                <a16:creationId xmlns:a16="http://schemas.microsoft.com/office/drawing/2014/main" id="{28CEED36-010E-46A2-87E6-042D884A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£57.1</a:t>
            </a:r>
          </a:p>
        </p:txBody>
      </p:sp>
      <p:sp>
        <p:nvSpPr>
          <p:cNvPr id="7" name="средняя абсолютная&#10;ошибка XGBoost">
            <a:extLst xmlns:a="http://schemas.openxmlformats.org/drawingml/2006/main">
              <a:ext uri="{FF2B5EF4-FFF2-40B4-BE49-F238E27FC236}">
                <a16:creationId xmlns:a16="http://schemas.microsoft.com/office/drawing/2014/main" id="{884E5549-F044-4251-8217-8BAB197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средняя абсолютная</a:t>
            </a:r>
          </a:p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ошибка XGBoost</a:t>
            </a:r>
          </a:p>
        </p:txBody>
      </p:sp>
      <p:sp>
        <p:nvSpPr>
          <p:cNvPr id="8" name="5.2% → 11.2%">
            <a:extLst xmlns:a="http://schemas.openxmlformats.org/drawingml/2006/main">
              <a:ext uri="{FF2B5EF4-FFF2-40B4-BE49-F238E27FC236}">
                <a16:creationId xmlns:a16="http://schemas.microsoft.com/office/drawing/2014/main" id="{264EE5E8-E201-4C2D-A938-C1C4B8F1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5.2% → 11.2%</a:t>
            </a:r>
          </a:p>
        </p:txBody>
      </p:sp>
      <p:sp>
        <p:nvSpPr>
          <p:cNvPr id="9" name="премия за рейтинг 4,7 → 4,9&#10;при 10 → 100 отзывах, OLS">
            <a:extLst xmlns:a="http://schemas.openxmlformats.org/drawingml/2006/main">
              <a:ext uri="{FF2B5EF4-FFF2-40B4-BE49-F238E27FC236}">
                <a16:creationId xmlns:a16="http://schemas.microsoft.com/office/drawing/2014/main" id="{664309AA-E81A-4318-BA72-AC62FEF0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премия за рейтинг 4,7 → 4,9</a:t>
            </a:r>
          </a:p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при 10 → 100 отзывах, OLS</a:t>
            </a:r>
          </a:p>
        </p:txBody>
      </p:sp>
      <p:sp>
        <p:nvSpPr>
          <p:cNvPr id="10" name="Число отзывов меняет связь рейтинга с ценой. Причина этой связи е">
            <a:extLst xmlns:a="http://schemas.openxmlformats.org/drawingml/2006/main">
              <a:ext uri="{FF2B5EF4-FFF2-40B4-BE49-F238E27FC236}">
                <a16:creationId xmlns:a16="http://schemas.microsoft.com/office/drawing/2014/main" id="{94EC33E8-8BCF-4391-BA86-746675D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Число отзывов меняет связь рейтинга с ценой. Причина этой связи ещё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22558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 · ВОПРОС И КОНТЕКСТ">
            <a:extLst xmlns:a="http://schemas.openxmlformats.org/drawingml/2006/main">
              <a:ext uri="{FF2B5EF4-FFF2-40B4-BE49-F238E27FC236}">
                <a16:creationId xmlns:a16="http://schemas.microsoft.com/office/drawing/2014/main" id="{391F518D-EA79-4129-AC9A-D52F7250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 · ВОПРОС И КОНТЕКСТ</a:t>
            </a:r>
          </a:p>
        </p:txBody>
      </p:sp>
      <p:sp>
        <p:nvSpPr>
          <p:cNvPr id="2" name="Почему важны и рейтинг, и число отзывов?">
            <a:extLst xmlns:a="http://schemas.openxmlformats.org/drawingml/2006/main">
              <a:ext uri="{FF2B5EF4-FFF2-40B4-BE49-F238E27FC236}">
                <a16:creationId xmlns:a16="http://schemas.microsoft.com/office/drawing/2014/main" id="{B64C31F7-08BA-4148-90C0-C546D48E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Почему важны и рейтинг, и число отзывов?</a:t>
            </a:r>
          </a:p>
        </p:txBody>
      </p:sp>
      <p:sp>
        <p:nvSpPr>
          <p:cNvPr id="3" name="Проверяем взаимодействие двух сигналов, а не просто «хорошее жиль">
            <a:extLst xmlns:a="http://schemas.openxmlformats.org/drawingml/2006/main">
              <a:ext uri="{FF2B5EF4-FFF2-40B4-BE49-F238E27FC236}">
                <a16:creationId xmlns:a16="http://schemas.microsoft.com/office/drawing/2014/main" id="{D04678EC-911B-4DEC-A193-D7F57DE6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Проверяем взаимодействие двух сигналов, а не просто «хорошее жильё дороже».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FC568246-4ED7-4853-95CA-EFC8BCA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A4A488D0-6ECC-49A8-BB8D-99DC5FDA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74A7400-19A8-4B4E-AB0C-6644F36E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Гипотеза: одинаковое улучшение рейтинга связано с большей премией">
            <a:extLst xmlns:a="http://schemas.openxmlformats.org/drawingml/2006/main">
              <a:ext uri="{FF2B5EF4-FFF2-40B4-BE49-F238E27FC236}">
                <a16:creationId xmlns:a16="http://schemas.microsoft.com/office/drawing/2014/main" id="{385AB03D-161D-436F-A012-EE70CF24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10191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Гипотеза: одинаковое улучшение рейтинга связано с большей премией при большем числе отзывов.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CFCD945-6EBD-4C17-AD9C-89620DA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Возможный механизм: оценке с длинной историей доверяют сильнее.">
            <a:extLst xmlns:a="http://schemas.openxmlformats.org/drawingml/2006/main">
              <a:ext uri="{FF2B5EF4-FFF2-40B4-BE49-F238E27FC236}">
                <a16:creationId xmlns:a16="http://schemas.microsoft.com/office/drawing/2014/main" id="{BA594218-3C8F-4270-87BE-224CBF7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10191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Возможный механизм: оценке с длинной историей доверяют сильнее.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4F5A460-5840-4FD9-818B-0595CB05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Другие объяснения: спрос, возраст объявления, качество жилья и пр">
            <a:extLst xmlns:a="http://schemas.openxmlformats.org/drawingml/2006/main">
              <a:ext uri="{FF2B5EF4-FFF2-40B4-BE49-F238E27FC236}">
                <a16:creationId xmlns:a16="http://schemas.microsoft.com/office/drawing/2014/main" id="{4367AAEE-6E9A-4E4A-8967-0A40D96C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10191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Другие объяснения: спрос, возраст объявления, качество жилья и прошлые цены.</a:t>
            </a:r>
          </a:p>
        </p:txBody>
      </p:sp>
    </p:spTree>
    <p:extLst>
      <p:ext uri="{BB962C8B-B14F-4D97-AF65-F5344CB8AC3E}">
        <p14:creationId xmlns:p14="http://schemas.microsoft.com/office/powerpoint/2010/main" val="344021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 · ВОПРОС И КОНТЕКСТ">
            <a:extLst xmlns:a="http://schemas.openxmlformats.org/drawingml/2006/main">
              <a:ext uri="{FF2B5EF4-FFF2-40B4-BE49-F238E27FC236}">
                <a16:creationId xmlns:a16="http://schemas.microsoft.com/office/drawing/2014/main" id="{5224C356-6024-4F0F-B186-4F29670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 · ВОПРОС И КОНТЕКСТ</a:t>
            </a:r>
          </a:p>
        </p:txBody>
      </p:sp>
      <p:sp>
        <p:nvSpPr>
          <p:cNvPr id="2" name="Что уже известно из исследований">
            <a:extLst xmlns:a="http://schemas.openxmlformats.org/drawingml/2006/main">
              <a:ext uri="{FF2B5EF4-FFF2-40B4-BE49-F238E27FC236}">
                <a16:creationId xmlns:a16="http://schemas.microsoft.com/office/drawing/2014/main" id="{D3B63FF1-393C-4B39-94F8-D33BB1F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Что уже известно из исследований</a:t>
            </a:r>
          </a:p>
        </p:txBody>
      </p:sp>
      <p:sp>
        <p:nvSpPr>
          <p:cNvPr id="3" name="Наш вклад — воспроизводимый benchmark и проверка одной условной с">
            <a:extLst xmlns:a="http://schemas.openxmlformats.org/drawingml/2006/main">
              <a:ext uri="{FF2B5EF4-FFF2-40B4-BE49-F238E27FC236}">
                <a16:creationId xmlns:a16="http://schemas.microsoft.com/office/drawing/2014/main" id="{8171F173-8BF4-4D53-9B71-4569CE3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Наш вклад — воспроизводимый benchmark и проверка одной условной связи.</a:t>
            </a:r>
          </a:p>
        </p:txBody>
      </p:sp>
      <p:sp>
        <p:nvSpPr>
          <p:cNvPr id="4" name="Gyódi &amp; Nawaro (2021); Fradkin et al. (2021); Fradkin &amp; Holtz (20">
            <a:extLst xmlns:a="http://schemas.openxmlformats.org/drawingml/2006/main">
              <a:ext uri="{FF2B5EF4-FFF2-40B4-BE49-F238E27FC236}">
                <a16:creationId xmlns:a16="http://schemas.microsoft.com/office/drawing/2014/main" id="{37553E3B-1575-4DE7-9920-D724D545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Gyódi &amp; Nawaro (2021); Fradkin et al. (2021); Fradkin &amp; Holtz (2021, препринт)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9CB307B1-06BC-455B-A2BC-E48BDEF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57EE1403-830E-49DE-AF64-3592D5C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Цены связаны с размером, качеством и местоположением жилья.">
            <a:extLst xmlns:a="http://schemas.openxmlformats.org/drawingml/2006/main">
              <a:ext uri="{FF2B5EF4-FFF2-40B4-BE49-F238E27FC236}">
                <a16:creationId xmlns:a16="http://schemas.microsoft.com/office/drawing/2014/main" id="{227BB10C-E697-4109-ACB2-BAEC549F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1019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Цены связаны с размером, качеством и местоположением жилья.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CF735F08-DB8A-403B-999E-8C4C715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Рейтинг зависит также от правил платформы и поведения авторов отз">
            <a:extLst xmlns:a="http://schemas.openxmlformats.org/drawingml/2006/main">
              <a:ext uri="{FF2B5EF4-FFF2-40B4-BE49-F238E27FC236}">
                <a16:creationId xmlns:a16="http://schemas.microsoft.com/office/drawing/2014/main" id="{1C523FF6-C532-4781-8158-8239AFC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90925"/>
            <a:ext cx="1019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Рейтинг зависит также от правил платформы и поведения авторов отзывов.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DA6AEF3-9788-42B7-9B10-240B0E96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Больше отзывов не гарантирует финансового выигрыша. Причинную нов">
            <a:extLst xmlns:a="http://schemas.openxmlformats.org/drawingml/2006/main">
              <a:ext uri="{FF2B5EF4-FFF2-40B4-BE49-F238E27FC236}">
                <a16:creationId xmlns:a16="http://schemas.microsoft.com/office/drawing/2014/main" id="{DBDFF70A-09E6-4F55-BCD0-ADA89C96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7725"/>
            <a:ext cx="1019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Больше отзывов не гарантирует финансового выигрыша. Причинную новизну не заявляем.</a:t>
            </a:r>
          </a:p>
        </p:txBody>
      </p:sp>
    </p:spTree>
    <p:extLst>
      <p:ext uri="{BB962C8B-B14F-4D97-AF65-F5344CB8AC3E}">
        <p14:creationId xmlns:p14="http://schemas.microsoft.com/office/powerpoint/2010/main" val="10885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 · ВОПРОС И КОНТЕКСТ">
            <a:extLst xmlns:a="http://schemas.openxmlformats.org/drawingml/2006/main">
              <a:ext uri="{FF2B5EF4-FFF2-40B4-BE49-F238E27FC236}">
                <a16:creationId xmlns:a16="http://schemas.microsoft.com/office/drawing/2014/main" id="{D659829E-6626-43D0-B057-83AB54FB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 · ВОПРОС И КОНТЕКСТ</a:t>
            </a:r>
          </a:p>
        </p:txBody>
      </p:sp>
      <p:sp>
        <p:nvSpPr>
          <p:cNvPr id="2" name="План выступления: шесть частей">
            <a:extLst xmlns:a="http://schemas.openxmlformats.org/drawingml/2006/main">
              <a:ext uri="{FF2B5EF4-FFF2-40B4-BE49-F238E27FC236}">
                <a16:creationId xmlns:a16="http://schemas.microsoft.com/office/drawing/2014/main" id="{21F820B6-E91F-4FD0-AE9B-035AEB2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План выступления: шесть частей</a:t>
            </a:r>
          </a:p>
        </p:txBody>
      </p:sp>
      <p:sp>
        <p:nvSpPr>
          <p:cNvPr id="3" name="Каждая часть отвечает на отдельный вопрос.">
            <a:extLst xmlns:a="http://schemas.openxmlformats.org/drawingml/2006/main">
              <a:ext uri="{FF2B5EF4-FFF2-40B4-BE49-F238E27FC236}">
                <a16:creationId xmlns:a16="http://schemas.microsoft.com/office/drawing/2014/main" id="{44285192-3012-4057-8D8C-C23B71A2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Каждая часть отвечает на отдельный вопрос.</a:t>
            </a:r>
          </a:p>
        </p:txBody>
      </p:sp>
      <p:sp>
        <p:nvSpPr>
          <p:cNvPr id="4" name="Структура: Lecture 6.pdf, физические страницы 4–9">
            <a:extLst xmlns:a="http://schemas.openxmlformats.org/drawingml/2006/main">
              <a:ext uri="{FF2B5EF4-FFF2-40B4-BE49-F238E27FC236}">
                <a16:creationId xmlns:a16="http://schemas.microsoft.com/office/drawing/2014/main" id="{1BFDEFD8-BB1E-4836-A733-14A5608E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Структура: Lecture 6.pdf, физические страницы 4–9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0D895AF2-8D0A-415A-9F73-F5A1CB57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9D64A-CCBA-4E99-AE6C-547C6BF9C5D2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9334500"/>
              </a:tblGrid>
              <a:tr h="489857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Часть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Экономический вопрос и исследования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II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Данные, пропуски и распределения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III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Базовые модели и OLS-гипотеза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IV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 и интерпретация прогноза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Проверки дизайна и июньский снимок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VI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Что установлено и где границы вывода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518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I · ДАННЫЕ И РАЗВЕДОЧНЫЙ АНАЛИЗ">
            <a:extLst xmlns:a="http://schemas.openxmlformats.org/drawingml/2006/main">
              <a:ext uri="{FF2B5EF4-FFF2-40B4-BE49-F238E27FC236}">
                <a16:creationId xmlns:a16="http://schemas.microsoft.com/office/drawing/2014/main" id="{B23833BD-ED38-4F1F-A16D-07F5E96C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 · ДАННЫЕ И РАЗВЕДОЧНЫЙ АНАЛИЗ</a:t>
            </a:r>
          </a:p>
        </p:txBody>
      </p:sp>
      <p:sp>
        <p:nvSpPr>
          <p:cNvPr id="2" name="Две задачи — две разные выборки">
            <a:extLst xmlns:a="http://schemas.openxmlformats.org/drawingml/2006/main">
              <a:ext uri="{FF2B5EF4-FFF2-40B4-BE49-F238E27FC236}">
                <a16:creationId xmlns:a16="http://schemas.microsoft.com/office/drawing/2014/main" id="{767E3804-F0DF-4E16-B373-350A320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Две задачи — две разные выборки</a:t>
            </a:r>
          </a:p>
        </p:txBody>
      </p:sp>
      <p:sp>
        <p:nvSpPr>
          <p:cNvPr id="3" name="Одна строка — объявление. Цена предложения не равна цене сделки.">
            <a:extLst xmlns:a="http://schemas.openxmlformats.org/drawingml/2006/main">
              <a:ext uri="{FF2B5EF4-FFF2-40B4-BE49-F238E27FC236}">
                <a16:creationId xmlns:a16="http://schemas.microsoft.com/office/drawing/2014/main" id="{74F21858-3A98-40BF-80C6-128D726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Одна строка — объявление. Цена предложения не равна цене сделки.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F0B6C524-58F5-4191-B636-5CC01900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66194E47-D78E-4B91-BC7E-C0A3494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11E10-DB1E-4AC0-A6D9-D7B75D32E674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67000"/>
                <a:gridCol w="2667000"/>
              </a:tblGrid>
              <a:tr h="58340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Сентябрьская выборка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Объявления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Хозяева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Исходный файл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91 954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51 348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Прогноз: цена £10–2 000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59 635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28 908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Гипотеза: наблюдаемые отзывы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46 553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23 561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Входы: жильё · хозяин · удобства · отзывы · местоположение · конт">
            <a:extLst xmlns:a="http://schemas.openxmlformats.org/drawingml/2006/main">
              <a:ext uri="{FF2B5EF4-FFF2-40B4-BE49-F238E27FC236}">
                <a16:creationId xmlns:a16="http://schemas.microsoft.com/office/drawing/2014/main" id="{75707211-35F5-491C-ABB7-72FDDAF8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Входы: жильё · хозяин · удобства · отзывы · местоположение · контекст бронирования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458427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I · ДАННЫЕ И РАЗВЕДОЧНЫЙ АНАЛИЗ">
            <a:extLst xmlns:a="http://schemas.openxmlformats.org/drawingml/2006/main">
              <a:ext uri="{FF2B5EF4-FFF2-40B4-BE49-F238E27FC236}">
                <a16:creationId xmlns:a16="http://schemas.microsoft.com/office/drawing/2014/main" id="{277CE100-6573-45D9-A639-462EC3E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 · ДАННЫЕ И РАЗВЕДОЧНЫЙ АНАЛИЗ</a:t>
            </a:r>
          </a:p>
        </p:txBody>
      </p:sp>
      <p:sp>
        <p:nvSpPr>
          <p:cNvPr id="2" name="Пропуски и утечку цели проверяем до моделей">
            <a:extLst xmlns:a="http://schemas.openxmlformats.org/drawingml/2006/main">
              <a:ext uri="{FF2B5EF4-FFF2-40B4-BE49-F238E27FC236}">
                <a16:creationId xmlns:a16="http://schemas.microsoft.com/office/drawing/2014/main" id="{DE1A8039-4F45-48D2-BE84-F8BF98C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Пропуски и утечку цели проверяем до моделей</a:t>
            </a:r>
          </a:p>
        </p:txBody>
      </p:sp>
      <p:sp>
        <p:nvSpPr>
          <p:cNvPr id="3" name="32 049 цен отсутствуют (34.9%). Целевую цену не восстанавливаем.">
            <a:extLst xmlns:a="http://schemas.openxmlformats.org/drawingml/2006/main">
              <a:ext uri="{FF2B5EF4-FFF2-40B4-BE49-F238E27FC236}">
                <a16:creationId xmlns:a16="http://schemas.microsoft.com/office/drawing/2014/main" id="{E5222DB6-2447-428C-B3AC-6491F9F3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32 049 цен отсутствуют (34.9%). Целевую цену не восстанавливаем.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9FF030A9-A2D7-4F6E-8FCA-807CE51B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48C88819-4BD4-4D6B-BE58-E1E4914F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0E30D-8507-411E-96FB-4A53AE93C20F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286000"/>
                <a:gridCol w="2333625"/>
                <a:gridCol w="2333625"/>
              </a:tblGrid>
              <a:tr h="603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 по хозяевам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Старый test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Объявления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36 331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11 400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11 904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Хозяева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17 344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5 782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5 782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7" name="Копии цены и оценки выручки исключены. Преобразования учатся толь">
            <a:extLst xmlns:a="http://schemas.openxmlformats.org/drawingml/2006/main">
              <a:ext uri="{FF2B5EF4-FFF2-40B4-BE49-F238E27FC236}">
                <a16:creationId xmlns:a16="http://schemas.microsoft.com/office/drawing/2014/main" id="{D4867711-812A-4B70-A13B-9429D16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Копии цены и оценки выручки исключены. Преобразования учатся только на train.</a:t>
            </a:r>
          </a:p>
        </p:txBody>
      </p:sp>
      <p:sp>
        <p:nvSpPr>
          <p:cNvPr id="8" name="Test уже изучался: нынешний анализ — воспроизведение, не новая не">
            <a:extLst xmlns:a="http://schemas.openxmlformats.org/drawingml/2006/main">
              <a:ext uri="{FF2B5EF4-FFF2-40B4-BE49-F238E27FC236}">
                <a16:creationId xmlns:a16="http://schemas.microsoft.com/office/drawing/2014/main" id="{0F5D3452-CDEC-4394-BA10-4A598C0F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Test уже изучался: нынешний анализ — воспроизведение, не новая независимая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855741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I · ДАННЫЕ И РАЗВЕДОЧНЫЙ АНАЛИЗ">
            <a:extLst xmlns:a="http://schemas.openxmlformats.org/drawingml/2006/main">
              <a:ext uri="{FF2B5EF4-FFF2-40B4-BE49-F238E27FC236}">
                <a16:creationId xmlns:a16="http://schemas.microsoft.com/office/drawing/2014/main" id="{B59F1FD6-120E-401B-A526-BBC121AD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 · ДАННЫЕ И РАЗВЕДОЧНЫЙ АНАЛИЗ</a:t>
            </a:r>
          </a:p>
        </p:txBody>
      </p:sp>
      <p:sp>
        <p:nvSpPr>
          <p:cNvPr id="2" name="Логарифм сжимает длинный правый хвост">
            <a:extLst xmlns:a="http://schemas.openxmlformats.org/drawingml/2006/main">
              <a:ext uri="{FF2B5EF4-FFF2-40B4-BE49-F238E27FC236}">
                <a16:creationId xmlns:a16="http://schemas.microsoft.com/office/drawing/2014/main" id="{AA48531F-A6E7-4D0B-A76A-E13386EE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Логарифм сжимает длинный правый хвост</a:t>
            </a:r>
          </a:p>
        </p:txBody>
      </p:sp>
      <p:sp>
        <p:nvSpPr>
          <p:cNvPr id="3" name="Только train. Подписи оси X — нижние границы равных интервалов.">
            <a:extLst xmlns:a="http://schemas.openxmlformats.org/drawingml/2006/main">
              <a:ext uri="{FF2B5EF4-FFF2-40B4-BE49-F238E27FC236}">
                <a16:creationId xmlns:a16="http://schemas.microsoft.com/office/drawing/2014/main" id="{D5BAB205-C3DE-4442-8BDE-AEC698F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Только train. Подписи оси X — нижние границы равных интервалов.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1543AE21-8810-477D-9382-58CB6034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A7ED961E-1426-4E7F-B451-FC0E086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EDF4725-D34B-4A49-BDCA-15AC29288AC1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5334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1dc3b69344445d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093FF3A-4993-4A69-A54A-B967F41927E5}"/>
              </a:ext>
            </a:extLst>
          </p:cNvPr>
          <p:cNvGraphicFramePr/>
          <p:nvPr/>
        </p:nvGraphicFramePr>
        <p:xfrm>
          <a:off xmlns:a="http://schemas.openxmlformats.org/drawingml/2006/main" x="6286500" y="2476500"/>
          <a:ext xmlns:a="http://schemas.openxmlformats.org/drawingml/2006/main" cx="5334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e087c318874249"/>
          </a:graphicData>
        </a:graphic>
      </p:graphicFrame>
    </p:spTree>
    <p:extLst>
      <p:ext uri="{BB962C8B-B14F-4D97-AF65-F5344CB8AC3E}">
        <p14:creationId xmlns:p14="http://schemas.microsoft.com/office/powerpoint/2010/main" val="21367633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I · ДАННЫЕ И РАЗВЕДОЧНЫЙ АНАЛИЗ">
            <a:extLst xmlns:a="http://schemas.openxmlformats.org/drawingml/2006/main">
              <a:ext uri="{FF2B5EF4-FFF2-40B4-BE49-F238E27FC236}">
                <a16:creationId xmlns:a16="http://schemas.microsoft.com/office/drawing/2014/main" id="{179C07F7-E992-458D-8109-9F3D8CA7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 · ДАННЫЕ И РАЗВЕДОЧНЫЙ АНАЛИЗ</a:t>
            </a:r>
          </a:p>
        </p:txBody>
      </p:sp>
      <p:sp>
        <p:nvSpPr>
          <p:cNvPr id="2" name="Высокие рейтинги встречаются чаще">
            <a:extLst xmlns:a="http://schemas.openxmlformats.org/drawingml/2006/main">
              <a:ext uri="{FF2B5EF4-FFF2-40B4-BE49-F238E27FC236}">
                <a16:creationId xmlns:a16="http://schemas.microsoft.com/office/drawing/2014/main" id="{02200B3C-53C3-4852-9317-D9DC7CC7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Высокие рейтинги встречаются чаще</a:t>
            </a:r>
          </a:p>
        </p:txBody>
      </p:sp>
      <p:sp>
        <p:nvSpPr>
          <p:cNvPr id="3" name="Слева — интервалы рейтинга по 0,8; справа — поддержка точных конт">
            <a:extLst xmlns:a="http://schemas.openxmlformats.org/drawingml/2006/main">
              <a:ext uri="{FF2B5EF4-FFF2-40B4-BE49-F238E27FC236}">
                <a16:creationId xmlns:a16="http://schemas.microsoft.com/office/drawing/2014/main" id="{CF713324-F36B-4F2D-8F5D-1FB5F9AB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Слева — интервалы рейтинга по 0,8; справа — поддержка точных контрастов.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6E8A39C8-44AA-4BDA-AB1E-B08B45F7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60C50462-DDB3-4282-97FF-A94A3FC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7760CD5-75A9-4A0C-8034-730678A997F9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5810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4e32deefee4ad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AC65C-7711-49A5-A539-CFA22F94AD75}"/>
              </a:ext>
            </a:extLst>
          </p:cNvPr>
          <p:cNvGraphicFramePr/>
          <p:nvPr/>
        </p:nvGraphicFramePr>
        <p:xfrm>
          <a:off xmlns:a="http://schemas.openxmlformats.org/drawingml/2006/main" x="6762750" y="2667000"/>
          <a:ext xmlns:a="http://schemas.openxmlformats.org/drawingml/2006/main" cx="4857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428750"/>
                <a:gridCol w="1952625"/>
              </a:tblGrid>
              <a:tr h="533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Рейтинг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Отзывы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Строк рядом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4.7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371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4.9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4.7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4.9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8098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I · ДАННЫЕ И РАЗВЕДОЧНЫЙ АНАЛИЗ">
            <a:extLst xmlns:a="http://schemas.openxmlformats.org/drawingml/2006/main">
              <a:ext uri="{FF2B5EF4-FFF2-40B4-BE49-F238E27FC236}">
                <a16:creationId xmlns:a16="http://schemas.microsoft.com/office/drawing/2014/main" id="{A304151B-20C0-4EC8-B1E3-99D5C2F7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 · ДАННЫЕ И РАЗВЕДОЧНЫЙ АНАЛИЗ</a:t>
            </a:r>
          </a:p>
        </p:txBody>
      </p:sp>
      <p:sp>
        <p:nvSpPr>
          <p:cNvPr id="2" name="Ближе к центру — выше медиана цены">
            <a:extLst xmlns:a="http://schemas.openxmlformats.org/drawingml/2006/main">
              <a:ext uri="{FF2B5EF4-FFF2-40B4-BE49-F238E27FC236}">
                <a16:creationId xmlns:a16="http://schemas.microsoft.com/office/drawing/2014/main" id="{A1E60CB6-4505-451C-B96D-EC0F8024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Ближе к центру — выше медиана цены</a:t>
            </a:r>
          </a:p>
        </p:txBody>
      </p:sp>
      <p:sp>
        <p:nvSpPr>
          <p:cNvPr id="3" name="Необработанное сравнение: состав и качество жилья ещё не учтены.">
            <a:extLst xmlns:a="http://schemas.openxmlformats.org/drawingml/2006/main">
              <a:ext uri="{FF2B5EF4-FFF2-40B4-BE49-F238E27FC236}">
                <a16:creationId xmlns:a16="http://schemas.microsoft.com/office/drawing/2014/main" id="{97A90B8F-B039-4CF8-85B0-80B1A2AB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Необработанное сравнение: состав и качество жилья ещё не учтены.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731C805-7699-4572-ABF0-13FA43A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1692E6E4-827A-444F-A5A6-7322D3D6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456A724-9CEA-4A80-A0E5-4D2A221721A0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4b7b3b072b4b5b"/>
          </a:graphicData>
        </a:graphic>
      </p:graphicFrame>
    </p:spTree>
    <p:extLst>
      <p:ext uri="{BB962C8B-B14F-4D97-AF65-F5344CB8AC3E}">
        <p14:creationId xmlns:p14="http://schemas.microsoft.com/office/powerpoint/2010/main" val="14200889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II · БАЗОВЫЕ МОДЕЛИ И OLS">
            <a:extLst xmlns:a="http://schemas.openxmlformats.org/drawingml/2006/main">
              <a:ext uri="{FF2B5EF4-FFF2-40B4-BE49-F238E27FC236}">
                <a16:creationId xmlns:a16="http://schemas.microsoft.com/office/drawing/2014/main" id="{C20CB346-F45C-4475-9CD0-A5FAD95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III · БАЗОВЫЕ МОДЕЛИ И OLS</a:t>
            </a:r>
          </a:p>
        </p:txBody>
      </p:sp>
      <p:sp>
        <p:nvSpPr>
          <p:cNvPr id="2" name="Сначала сравниваем простые прогнозы">
            <a:extLst xmlns:a="http://schemas.openxmlformats.org/drawingml/2006/main">
              <a:ext uri="{FF2B5EF4-FFF2-40B4-BE49-F238E27FC236}">
                <a16:creationId xmlns:a16="http://schemas.microsoft.com/office/drawing/2014/main" id="{FC9DBBDF-3FCA-4BE5-B9A8-903968A2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Сначала сравниваем простые прогнозы</a:t>
            </a:r>
          </a:p>
        </p:txBody>
      </p:sp>
      <p:sp>
        <p:nvSpPr>
          <p:cNvPr id="3" name="Один набор входов, одно разбиение, одна непрерывная цель — log(pr">
            <a:extLst xmlns:a="http://schemas.openxmlformats.org/drawingml/2006/main">
              <a:ext uri="{FF2B5EF4-FFF2-40B4-BE49-F238E27FC236}">
                <a16:creationId xmlns:a16="http://schemas.microsoft.com/office/drawing/2014/main" id="{53729717-CF9F-49BE-A76B-DDC73873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Один набор входов, одно разбиение, одна непрерывная цель — log(price).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FDE5376-6A2C-4C66-8866-E4D28C1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6FB4FD3D-D23B-4A09-A413-87612A3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D472E-1C95-4FF8-A236-F695097FEAA4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5429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 MAE ↓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 MAE ↓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R²(log) ↑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Median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0.5794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£116.10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£62.98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0.715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£62.97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0.712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Small tree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0.3244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£71.72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0.628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7" name="Ridge — прогнозный baseline. Для значимости используем отдельную ">
            <a:extLst xmlns:a="http://schemas.openxmlformats.org/drawingml/2006/main">
              <a:ext uri="{FF2B5EF4-FFF2-40B4-BE49-F238E27FC236}">
                <a16:creationId xmlns:a16="http://schemas.microsoft.com/office/drawing/2014/main" id="{E5D5F25D-04EB-42B8-93BF-C8EBA3EF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Ridge — прогнозный baseline. Для значимости используем отдельную OLS-спецификацию.</a:t>
            </a:r>
          </a:p>
        </p:txBody>
      </p:sp>
    </p:spTree>
    <p:extLst>
      <p:ext uri="{BB962C8B-B14F-4D97-AF65-F5344CB8AC3E}">
        <p14:creationId xmlns:p14="http://schemas.microsoft.com/office/powerpoint/2010/main" val="84624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II · БАЗОВЫЕ МОДЕЛИ И OLS">
            <a:extLst xmlns:a="http://schemas.openxmlformats.org/drawingml/2006/main">
              <a:ext uri="{FF2B5EF4-FFF2-40B4-BE49-F238E27FC236}">
                <a16:creationId xmlns:a16="http://schemas.microsoft.com/office/drawing/2014/main" id="{7908FFC6-8F35-4807-B1D2-7D3176FD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III · БАЗОВЫЕ МОДЕЛИ И OLS</a:t>
            </a:r>
          </a:p>
        </p:txBody>
      </p:sp>
      <p:sp>
        <p:nvSpPr>
          <p:cNvPr id="2" name="OLS: больше отзывов — сильнее премия рейтинга">
            <a:extLst xmlns:a="http://schemas.openxmlformats.org/drawingml/2006/main">
              <a:ext uri="{FF2B5EF4-FFF2-40B4-BE49-F238E27FC236}">
                <a16:creationId xmlns:a16="http://schemas.microsoft.com/office/drawing/2014/main" id="{6CCE8767-E817-472F-9116-80CC9014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OLS: больше отзывов — сильнее премия рейтинга</a:t>
            </a:r>
          </a:p>
        </p:txBody>
      </p:sp>
      <p:sp>
        <p:nvSpPr>
          <p:cNvPr id="3" name="Фиксированный переход 4,7 → 4,9; старый test, 9 514 объявлений.">
            <a:extLst xmlns:a="http://schemas.openxmlformats.org/drawingml/2006/main">
              <a:ext uri="{FF2B5EF4-FFF2-40B4-BE49-F238E27FC236}">
                <a16:creationId xmlns:a16="http://schemas.microsoft.com/office/drawing/2014/main" id="{F3A944D9-8DFF-4C0F-B2CC-D2CE4CF8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Фиксированный переход 4,7 → 4,9; старый test, 9 514 объявлений.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9FE5CDDA-1A4D-4076-A819-9AC2B7C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F12201A7-91DE-4168-B1BD-5FCC117B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AE32B-5380-43BE-A20D-3AC6BFB12B6A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4191000"/>
              </a:tblGrid>
              <a:tr h="635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Число отзывов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Премия к цене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Обычный 95% интервал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4.4% — 6.0%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11.2%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9.3% — 13.1%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7" name="Прямая проверка взаимодействия: совместный p × 21 = 7.08e-21">
            <a:extLst xmlns:a="http://schemas.openxmlformats.org/drawingml/2006/main">
              <a:ext uri="{FF2B5EF4-FFF2-40B4-BE49-F238E27FC236}">
                <a16:creationId xmlns:a16="http://schemas.microsoft.com/office/drawing/2014/main" id="{B678B723-9CD0-4ABB-A0FC-98274852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Прямая проверка взаимодействия: совместный p × 21 = 7.08e-21</a:t>
            </a:r>
          </a:p>
        </p:txBody>
      </p:sp>
      <p:sp>
        <p:nvSpPr>
          <p:cNvPr id="8" name="Связь согласуется с доверием к рейтингу, но не устанавливает этот">
            <a:extLst xmlns:a="http://schemas.openxmlformats.org/drawingml/2006/main">
              <a:ext uri="{FF2B5EF4-FFF2-40B4-BE49-F238E27FC236}">
                <a16:creationId xmlns:a16="http://schemas.microsoft.com/office/drawing/2014/main" id="{A0DE2CA3-9A7B-43B4-8B8A-51AC4B04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Связь согласуется с доверием к рейтингу, но не устанавливает этот механизм.</a:t>
            </a:r>
          </a:p>
        </p:txBody>
      </p:sp>
    </p:spTree>
    <p:extLst>
      <p:ext uri="{BB962C8B-B14F-4D97-AF65-F5344CB8AC3E}">
        <p14:creationId xmlns:p14="http://schemas.microsoft.com/office/powerpoint/2010/main" val="697524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V · XGBOOST И ИНТЕРПРЕТАЦИЯ">
            <a:extLst xmlns:a="http://schemas.openxmlformats.org/drawingml/2006/main">
              <a:ext uri="{FF2B5EF4-FFF2-40B4-BE49-F238E27FC236}">
                <a16:creationId xmlns:a16="http://schemas.microsoft.com/office/drawing/2014/main" id="{F0D8EBAB-2A72-4087-B327-9EC81457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IV · XGBOOST И ИНТЕРПРЕТАЦИЯ</a:t>
            </a:r>
          </a:p>
        </p:txBody>
      </p:sp>
      <p:sp>
        <p:nvSpPr>
          <p:cNvPr id="2" name="Более гибкие модели: лес и boosting">
            <a:extLst xmlns:a="http://schemas.openxmlformats.org/drawingml/2006/main">
              <a:ext uri="{FF2B5EF4-FFF2-40B4-BE49-F238E27FC236}">
                <a16:creationId xmlns:a16="http://schemas.microsoft.com/office/drawing/2014/main" id="{C62E14A3-B51A-46C3-87E3-56583A3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Более гибкие модели: лес и boosting</a:t>
            </a:r>
          </a:p>
        </p:txBody>
      </p:sp>
      <p:sp>
        <p:nvSpPr>
          <p:cNvPr id="3" name="Ограниченный поиск настроек; выбор только по validation log MAE.">
            <a:extLst xmlns:a="http://schemas.openxmlformats.org/drawingml/2006/main">
              <a:ext uri="{FF2B5EF4-FFF2-40B4-BE49-F238E27FC236}">
                <a16:creationId xmlns:a16="http://schemas.microsoft.com/office/drawing/2014/main" id="{635B85C9-8DC4-4A67-BD8A-4067AB70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Ограниченный поиск настроек; выбор только по validation log MAE.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00F10353-D57A-464E-AF33-4A12BD3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6BE03445-D9B6-4916-AFB8-C094BD7D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43DA5-593A-4C65-A10D-ED06FDD905E8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048250"/>
                <a:gridCol w="3429000"/>
              </a:tblGrid>
              <a:tr h="6786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задаём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выбираем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200 деревьев; depth 14; leaf 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Настройки фиксированы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300 деревьев; learning rate 0,05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Глубина 5 из {3, 5}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Регуляризация α ∈ {1, 10, 100}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α = 100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Июнь не участвует в выборе прогнозной модели.">
            <a:extLst xmlns:a="http://schemas.openxmlformats.org/drawingml/2006/main">
              <a:ext uri="{FF2B5EF4-FFF2-40B4-BE49-F238E27FC236}">
                <a16:creationId xmlns:a16="http://schemas.microsoft.com/office/drawing/2014/main" id="{5C9532E1-ED17-4E06-8F54-A9B653A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Июнь не участвует в выборе прогнозной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21250239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V · XGBOOST И ИНТЕРПРЕТАЦИЯ">
            <a:extLst xmlns:a="http://schemas.openxmlformats.org/drawingml/2006/main">
              <a:ext uri="{FF2B5EF4-FFF2-40B4-BE49-F238E27FC236}">
                <a16:creationId xmlns:a16="http://schemas.microsoft.com/office/drawing/2014/main" id="{A0911AF5-8B3F-4C1B-BA9C-868B250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IV · XGBOOST И ИНТЕРПРЕТАЦИЯ</a:t>
            </a:r>
          </a:p>
        </p:txBody>
      </p:sp>
      <p:sp>
        <p:nvSpPr>
          <p:cNvPr id="2" name="XGBoost точнее остальных выбранных моделей">
            <a:extLst xmlns:a="http://schemas.openxmlformats.org/drawingml/2006/main">
              <a:ext uri="{FF2B5EF4-FFF2-40B4-BE49-F238E27FC236}">
                <a16:creationId xmlns:a16="http://schemas.microsoft.com/office/drawing/2014/main" id="{6EB7343E-900E-4552-B5B7-8E5CAB9D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XGBoost точнее остальных выбранных моделей</a:t>
            </a:r>
          </a:p>
        </p:txBody>
      </p:sp>
      <p:sp>
        <p:nvSpPr>
          <p:cNvPr id="3" name="Старый test: 0.2511 log MAE; £57.10 GBP MAE.">
            <a:extLst xmlns:a="http://schemas.openxmlformats.org/drawingml/2006/main">
              <a:ext uri="{FF2B5EF4-FFF2-40B4-BE49-F238E27FC236}">
                <a16:creationId xmlns:a16="http://schemas.microsoft.com/office/drawing/2014/main" id="{DFA8AE49-4689-480A-B9C5-AD42638E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Старый test: 0.2511 log MAE; £57.10 GBP MAE.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F2E7993B-87E3-4ABA-863D-CC6A868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AD624BD4-12CD-4DCE-A548-DDBE5660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E0173DA-8EB9-400B-B182-EC417B52C218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71437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b4db5ae9ef4c4f"/>
          </a:graphicData>
        </a:graphic>
      </p:graphicFrame>
      <p:sp>
        <p:nvSpPr>
          <p:cNvPr id="7" name="£220">
            <a:extLst xmlns:a="http://schemas.openxmlformats.org/drawingml/2006/main">
              <a:ext uri="{FF2B5EF4-FFF2-40B4-BE49-F238E27FC236}">
                <a16:creationId xmlns:a16="http://schemas.microsoft.com/office/drawing/2014/main" id="{6839EF24-90B7-4B38-8BC0-F182B6E5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£220</a:t>
            </a:r>
          </a:p>
        </p:txBody>
      </p:sp>
      <p:sp>
        <p:nvSpPr>
          <p:cNvPr id="8" name="GBP MAE у объектов&#10;с ценой £400–2 000">
            <a:extLst xmlns:a="http://schemas.openxmlformats.org/drawingml/2006/main">
              <a:ext uri="{FF2B5EF4-FFF2-40B4-BE49-F238E27FC236}">
                <a16:creationId xmlns:a16="http://schemas.microsoft.com/office/drawing/2014/main" id="{6F918D13-DAA5-4924-923B-0897264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GBP MAE у объектов</a:t>
            </a:r>
          </a:p>
          <a:p xmlns:a="http://schemas.openxmlformats.org/drawingml/2006/main">
            <a: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с ценой £400–2 000</a:t>
            </a:r>
          </a:p>
        </p:txBody>
      </p:sp>
      <p:sp>
        <p:nvSpPr>
          <p:cNvPr id="9" name="Проверяем ошибки&#10;по сегментам.">
            <a:extLst xmlns:a="http://schemas.openxmlformats.org/drawingml/2006/main">
              <a:ext uri="{FF2B5EF4-FFF2-40B4-BE49-F238E27FC236}">
                <a16:creationId xmlns:a16="http://schemas.microsoft.com/office/drawing/2014/main" id="{5BA314B3-A51B-4F6A-BBA6-4FFB24EE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3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Проверяем ошибки</a:t>
            </a:r>
          </a:p>
          <a:p xmlns:a="http://schemas.openxmlformats.org/drawingml/2006/main">
            <a:pPr>
              <a:defRPr sz="18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по сегментам.</a:t>
            </a:r>
          </a:p>
        </p:txBody>
      </p:sp>
    </p:spTree>
    <p:extLst>
      <p:ext uri="{BB962C8B-B14F-4D97-AF65-F5344CB8AC3E}">
        <p14:creationId xmlns:p14="http://schemas.microsoft.com/office/powerpoint/2010/main" val="3845159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IV · XGBOOST И ИНТЕРПРЕТАЦИЯ">
            <a:extLst xmlns:a="http://schemas.openxmlformats.org/drawingml/2006/main">
              <a:ext uri="{FF2B5EF4-FFF2-40B4-BE49-F238E27FC236}">
                <a16:creationId xmlns:a16="http://schemas.microsoft.com/office/drawing/2014/main" id="{440CDA3B-968A-4486-9ED6-F052F72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IV · XGBOOST И ИНТЕРПРЕТАЦИЯ</a:t>
            </a:r>
          </a:p>
        </p:txBody>
      </p:sp>
      <p:sp>
        <p:nvSpPr>
          <p:cNvPr id="2" name="В XGBoost различие премий гораздо слабее">
            <a:extLst xmlns:a="http://schemas.openxmlformats.org/drawingml/2006/main">
              <a:ext uri="{FF2B5EF4-FFF2-40B4-BE49-F238E27FC236}">
                <a16:creationId xmlns:a16="http://schemas.microsoft.com/office/drawing/2014/main" id="{AA2A0AEC-DEA8-4944-B006-3DCDB66C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В XGBoost различие премий гораздо слабее</a:t>
            </a:r>
          </a:p>
        </p:txBody>
      </p:sp>
      <p:sp>
        <p:nvSpPr>
          <p:cNvPr id="3" name="SHAP объясняет прогноз; совместный ответ проверяет конкретный кон">
            <a:extLst xmlns:a="http://schemas.openxmlformats.org/drawingml/2006/main">
              <a:ext uri="{FF2B5EF4-FFF2-40B4-BE49-F238E27FC236}">
                <a16:creationId xmlns:a16="http://schemas.microsoft.com/office/drawing/2014/main" id="{7DB84172-C110-467F-A1B8-A24E4C84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SHAP объясняет прогноз; совместный ответ проверяет конкретный контраст.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DFD74638-B8FB-46C9-834C-62607478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E96BE5A4-0C1A-46A8-B7E7-D6AEF1FE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5E89DC9-32CD-4D08-B19C-650E775FD5F3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53340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fd8f65bc045ec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DB42330-A110-47E4-945E-A3242D93E823}"/>
              </a:ext>
            </a:extLst>
          </p:cNvPr>
          <p:cNvGraphicFramePr/>
          <p:nvPr/>
        </p:nvGraphicFramePr>
        <p:xfrm>
          <a:off xmlns:a="http://schemas.openxmlformats.org/drawingml/2006/main" x="6667500" y="2571750"/>
          <a:ext xmlns:a="http://schemas.openxmlformats.org/drawingml/2006/main" cx="49530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a2df91df44163"/>
          </a:graphicData>
        </a:graphic>
      </p:graphicFrame>
    </p:spTree>
    <p:extLst>
      <p:ext uri="{BB962C8B-B14F-4D97-AF65-F5344CB8AC3E}">
        <p14:creationId xmlns:p14="http://schemas.microsoft.com/office/powerpoint/2010/main" val="1875961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 · ДИЗАЙН И ВОСПРОИЗВЕДЕНИЕ">
            <a:extLst xmlns:a="http://schemas.openxmlformats.org/drawingml/2006/main">
              <a:ext uri="{FF2B5EF4-FFF2-40B4-BE49-F238E27FC236}">
                <a16:creationId xmlns:a16="http://schemas.microsoft.com/office/drawing/2014/main" id="{ECCBCD35-A138-4763-BBFE-CFC3E07E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V · ДИЗАЙН И ВОСПРОИЗВЕДЕНИЕ</a:t>
            </a:r>
          </a:p>
        </p:txBody>
      </p:sp>
      <p:sp>
        <p:nvSpPr>
          <p:cNvPr id="2" name="Значимость не равна выигрышу в прогнозе">
            <a:extLst xmlns:a="http://schemas.openxmlformats.org/drawingml/2006/main">
              <a:ext uri="{FF2B5EF4-FFF2-40B4-BE49-F238E27FC236}">
                <a16:creationId xmlns:a16="http://schemas.microsoft.com/office/drawing/2014/main" id="{FB5D071C-60A9-4206-9913-9DD5DBD4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Значимость не равна выигрышу в прогнозе</a:t>
            </a:r>
          </a:p>
        </p:txBody>
      </p:sp>
      <p:sp>
        <p:nvSpPr>
          <p:cNvPr id="3" name="Две проверки: разбиение по хозяевам и добавление информации об от">
            <a:extLst xmlns:a="http://schemas.openxmlformats.org/drawingml/2006/main">
              <a:ext uri="{FF2B5EF4-FFF2-40B4-BE49-F238E27FC236}">
                <a16:creationId xmlns:a16="http://schemas.microsoft.com/office/drawing/2014/main" id="{515463E6-D651-4171-8CCD-15B0AFA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Две проверки: разбиение по хозяевам и добавление информации об отзывах.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E0BCCF1-D6FC-4652-9308-8C078AA1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0BE073EB-7B77-4AAF-BE69-FF06C752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6B24C-FDCF-45C3-A125-94B64590FF38}"/>
              </a:ext>
            </a:extLst>
          </p:cNvPr>
          <p:cNvGraphicFramePr/>
          <p:nvPr/>
        </p:nvGraphicFramePr>
        <p:xfrm>
          <a:off xmlns:a="http://schemas.openxmlformats.org/drawingml/2006/main" x="571500" y="2524125"/>
          <a:ext xmlns:a="http://schemas.openxmlformats.org/drawingml/2006/main" cx="110490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3333750"/>
                <a:gridCol w="3524250"/>
              </a:tblGrid>
              <a:tr h="523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Development CV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Средний log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Диапазон 3 folds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0.2808–0.2870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0.2488–0.2560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52E77-3CD0-4497-97DA-B1676CF61DB7}"/>
              </a:ext>
            </a:extLst>
          </p:cNvPr>
          <p:cNvGraphicFramePr/>
          <p:nvPr/>
        </p:nvGraphicFramePr>
        <p:xfrm>
          <a:off xmlns:a="http://schemas.openxmlformats.org/drawingml/2006/main" x="571500" y="4429125"/>
          <a:ext xmlns:a="http://schemas.openxmlformats.org/drawingml/2006/main" cx="110490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15250"/>
                <a:gridCol w="3333750"/>
              </a:tblGrid>
              <a:tr h="41671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Matched OLS: входы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log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Без review-информации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0.2592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Рейтинг + число + частота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0.2489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16719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+ явное взаимодействие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0.2457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0557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 · ДИЗАЙН И ВОСПРОИЗВЕДЕНИЕ">
            <a:extLst xmlns:a="http://schemas.openxmlformats.org/drawingml/2006/main">
              <a:ext uri="{FF2B5EF4-FFF2-40B4-BE49-F238E27FC236}">
                <a16:creationId xmlns:a16="http://schemas.microsoft.com/office/drawing/2014/main" id="{E6A64451-E3CB-4B90-A2A1-5DFBFFE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V · ДИЗАЙН И ВОСПРОИЗВЕДЕНИЕ</a:t>
            </a:r>
          </a:p>
        </p:txBody>
      </p:sp>
      <p:sp>
        <p:nvSpPr>
          <p:cNvPr id="2" name="Связь повторяется в июне, но есть оговорка">
            <a:extLst xmlns:a="http://schemas.openxmlformats.org/drawingml/2006/main">
              <a:ext uri="{FF2B5EF4-FFF2-40B4-BE49-F238E27FC236}">
                <a16:creationId xmlns:a16="http://schemas.microsoft.com/office/drawing/2014/main" id="{E8BF0ACA-91F0-4DEC-8D40-8C3930C4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Связь повторяется в июне, но есть оговорка</a:t>
            </a:r>
          </a:p>
        </p:txBody>
      </p:sp>
      <p:sp>
        <p:nvSpPr>
          <p:cNvPr id="3" name="Это более ранний снимок Лондона, а не прогноз будущего периода.">
            <a:extLst xmlns:a="http://schemas.openxmlformats.org/drawingml/2006/main">
              <a:ext uri="{FF2B5EF4-FFF2-40B4-BE49-F238E27FC236}">
                <a16:creationId xmlns:a16="http://schemas.microsoft.com/office/drawing/2014/main" id="{8B23F7F4-96FC-4503-B192-84635D1E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Это более ранний снимок Лондона, а не прогноз будущего периода.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FEDD35E-8727-4801-9311-1CD1A1EF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7CBC1E8A-FA72-4990-9222-1770DA27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E732F-FABC-4E50-8B36-6698C9F0B73D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67000"/>
                <a:gridCol w="2667000"/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Отдельно оценённая 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 отзывов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100 отзывов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Сентябрь: старый test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11.2%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Июнь: все объекты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4.9%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10.4%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Июнь: другие хозяева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3.6%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7.8%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Не все проверки прошли: сентябрьский within-host test, p × 21 = 0">
            <a:extLst xmlns:a="http://schemas.openxmlformats.org/drawingml/2006/main">
              <a:ext uri="{FF2B5EF4-FFF2-40B4-BE49-F238E27FC236}">
                <a16:creationId xmlns:a16="http://schemas.microsoft.com/office/drawing/2014/main" id="{E921C5E1-B82A-4411-A9FA-579A7FA7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Не все проверки прошли: сентябрьский within-host test, p × 21 = 0.317.</a:t>
            </a:r>
          </a:p>
        </p:txBody>
      </p:sp>
    </p:spTree>
    <p:extLst>
      <p:ext uri="{BB962C8B-B14F-4D97-AF65-F5344CB8AC3E}">
        <p14:creationId xmlns:p14="http://schemas.microsoft.com/office/powerpoint/2010/main" val="20604034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I · СИНТЕЗ">
            <a:extLst xmlns:a="http://schemas.openxmlformats.org/drawingml/2006/main">
              <a:ext uri="{FF2B5EF4-FFF2-40B4-BE49-F238E27FC236}">
                <a16:creationId xmlns:a16="http://schemas.microsoft.com/office/drawing/2014/main" id="{7898440D-A20B-44C4-B8AA-DBBF512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VI · СИНТЕЗ</a:t>
            </a:r>
          </a:p>
        </p:txBody>
      </p:sp>
      <p:sp>
        <p:nvSpPr>
          <p:cNvPr id="2" name="Разные методы отвечают на разные вопросы">
            <a:extLst xmlns:a="http://schemas.openxmlformats.org/drawingml/2006/main">
              <a:ext uri="{FF2B5EF4-FFF2-40B4-BE49-F238E27FC236}">
                <a16:creationId xmlns:a16="http://schemas.microsoft.com/office/drawing/2014/main" id="{0E77B798-5238-43BB-BCF7-2AEB0FC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Разные методы отвечают на разные вопросы</a:t>
            </a:r>
          </a:p>
        </p:txBody>
      </p:sp>
      <p:sp>
        <p:nvSpPr>
          <p:cNvPr id="3" name="Результаты дополняют друг друга; один метод не заменяет остальные">
            <a:extLst xmlns:a="http://schemas.openxmlformats.org/drawingml/2006/main">
              <a:ext uri="{FF2B5EF4-FFF2-40B4-BE49-F238E27FC236}">
                <a16:creationId xmlns:a16="http://schemas.microsoft.com/office/drawing/2014/main" id="{30505FC5-3597-45B3-8968-30F0A872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Результаты дополняют друг друга; один метод не заменяет остальные.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214F908-B57E-4836-B3FB-CCF146EE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A6DE1990-FB6D-4916-BE5F-35073718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150EA-365F-4961-B118-944FE8AB5E07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43375"/>
                <a:gridCol w="41910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Инструмент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устанавливает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Чего не доказывает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 + cluster 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Условную связь и её точность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Эффект получения новых отзывов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Ошибки на старом test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Точность данного benchmark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Выручку и оптимальную цену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SHAP / response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Как модель использует входы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Причину экономической связи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Информационная убедительность — объяснение, которое требует отдел">
            <a:extLst xmlns:a="http://schemas.openxmlformats.org/drawingml/2006/main">
              <a:ext uri="{FF2B5EF4-FFF2-40B4-BE49-F238E27FC236}">
                <a16:creationId xmlns:a16="http://schemas.microsoft.com/office/drawing/2014/main" id="{33B028F4-901C-45E3-8BEE-94806F65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Информационная убедительность — объяснение, которое требует отдельной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6848675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I · СИНТЕЗ">
            <a:extLst xmlns:a="http://schemas.openxmlformats.org/drawingml/2006/main">
              <a:ext uri="{FF2B5EF4-FFF2-40B4-BE49-F238E27FC236}">
                <a16:creationId xmlns:a16="http://schemas.microsoft.com/office/drawing/2014/main" id="{C8C6A758-871E-492B-895E-E686ACC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VI · СИНТЕЗ</a:t>
            </a:r>
          </a:p>
        </p:txBody>
      </p:sp>
      <p:sp>
        <p:nvSpPr>
          <p:cNvPr id="2" name="Что стоит запомнить">
            <a:extLst xmlns:a="http://schemas.openxmlformats.org/drawingml/2006/main">
              <a:ext uri="{FF2B5EF4-FFF2-40B4-BE49-F238E27FC236}">
                <a16:creationId xmlns:a16="http://schemas.microsoft.com/office/drawing/2014/main" id="{7D861BBB-8CEA-4055-897E-C7D7CE61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Что стоит запомнить</a:t>
            </a:r>
          </a:p>
        </p:txBody>
      </p:sp>
      <p:sp>
        <p:nvSpPr>
          <p:cNvPr id="3" name="Получен воспроизводимый прогноз и содержательная условная связь.">
            <a:extLst xmlns:a="http://schemas.openxmlformats.org/drawingml/2006/main">
              <a:ext uri="{FF2B5EF4-FFF2-40B4-BE49-F238E27FC236}">
                <a16:creationId xmlns:a16="http://schemas.microsoft.com/office/drawing/2014/main" id="{B73E531C-1BB8-4B4C-B601-4B8F54BB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Получен воспроизводимый прогноз и содержательная условная связь.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62C7476D-3ACA-416E-B61E-BCA37FD3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26587E54-061F-45B6-BED4-E506D808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70D10156-28F1-4BE9-B7A8-FAE71494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XGBoost: средняя ошибка £57.10; его прогноз можно использовать ка">
            <a:extLst xmlns:a="http://schemas.openxmlformats.org/drawingml/2006/main">
              <a:ext uri="{FF2B5EF4-FFF2-40B4-BE49-F238E27FC236}">
                <a16:creationId xmlns:a16="http://schemas.microsoft.com/office/drawing/2014/main" id="{30538535-96C4-465D-8E21-154BD92F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1019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XGBoost: средняя ошибка £57.10; его прогноз можно использовать как ориентир для похожих предложений.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BD45C5E4-79A6-4E1B-8DFC-A32FFBED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909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емия за рейтинг 4,7 → 4,9: 5.2% при 10 и 11.2% при 100 отзывах ">
            <a:extLst xmlns:a="http://schemas.openxmlformats.org/drawingml/2006/main">
              <a:ext uri="{FF2B5EF4-FFF2-40B4-BE49-F238E27FC236}">
                <a16:creationId xmlns:a16="http://schemas.microsoft.com/office/drawing/2014/main" id="{6AA76BD9-2E92-4404-B86F-12D42F8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90925"/>
            <a:ext cx="1019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Премия за рейтинг 4,7 → 4,9: 5.2% при 10 и 11.2% при 100 отзывах в сентябрьском OLS.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8609189-A350-4BB9-8ED7-0BCC506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Ограничения: пропущенные цены, ненаблюдаемое качество и совместно">
            <a:extLst xmlns:a="http://schemas.openxmlformats.org/drawingml/2006/main">
              <a:ext uri="{FF2B5EF4-FFF2-40B4-BE49-F238E27FC236}">
                <a16:creationId xmlns:a16="http://schemas.microsoft.com/office/drawing/2014/main" id="{7B4A1203-A625-4B70-952C-94F5BC4E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7725"/>
            <a:ext cx="10191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Ограничения: пропущенные цены, ненаблюдаемое качество и совместное формирование отзывов и спроса.</a:t>
            </a:r>
          </a:p>
        </p:txBody>
      </p:sp>
    </p:spTree>
    <p:extLst>
      <p:ext uri="{BB962C8B-B14F-4D97-AF65-F5344CB8AC3E}">
        <p14:creationId xmlns:p14="http://schemas.microsoft.com/office/powerpoint/2010/main" val="17595613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ИЛОЖЕНИЕ A · СПЕЦИФИКАЦИЯ">
            <a:extLst xmlns:a="http://schemas.openxmlformats.org/drawingml/2006/main">
              <a:ext uri="{FF2B5EF4-FFF2-40B4-BE49-F238E27FC236}">
                <a16:creationId xmlns:a16="http://schemas.microsoft.com/office/drawing/2014/main" id="{C7A69A43-E776-4CA1-8072-E5D58282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A · СПЕЦИФИКАЦИЯ</a:t>
            </a:r>
          </a:p>
        </p:txBody>
      </p:sp>
      <p:sp>
        <p:nvSpPr>
          <p:cNvPr id="2" name="Основные коэффициенты OLS на train">
            <a:extLst xmlns:a="http://schemas.openxmlformats.org/drawingml/2006/main">
              <a:ext uri="{FF2B5EF4-FFF2-40B4-BE49-F238E27FC236}">
                <a16:creationId xmlns:a16="http://schemas.microsoft.com/office/drawing/2014/main" id="{A616FFD8-AD60-49D1-8428-2DF145C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Основные коэффициенты OLS на train</a:t>
            </a:r>
          </a:p>
        </p:txBody>
      </p:sp>
      <p:sp>
        <p:nvSpPr>
          <p:cNvPr id="3" name="Нестандартизованные focus-термины; 28 152 объявления.">
            <a:extLst xmlns:a="http://schemas.openxmlformats.org/drawingml/2006/main">
              <a:ext uri="{FF2B5EF4-FFF2-40B4-BE49-F238E27FC236}">
                <a16:creationId xmlns:a16="http://schemas.microsoft.com/office/drawing/2014/main" id="{E0E163F5-6469-464F-A8A6-26FE4C3F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Нестандартизованные focus-термины; 28 152 объявления.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0EC8C30A-56D7-48EE-87AB-2F2D80C3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7627C9D9-DA25-4230-8C11-EEBDADE0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F36A2-ECAF-47E0-AE8B-731FE029D966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762125"/>
                <a:gridCol w="1333500"/>
                <a:gridCol w="2381250"/>
                <a:gridCol w="1476375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Термин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rating_centered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0.2227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0.1971; 0.2482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1.13e-64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log_reviews_centered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-0.0231; -0.0074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1.46e-4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rating_review_interaction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0.0904; 0.1234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1.19e-36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Составной тест: оба знака &gt; 0; max(p₁, p₂) × 21, максимум 1.">
            <a:extLst xmlns:a="http://schemas.openxmlformats.org/drawingml/2006/main">
              <a:ext uri="{FF2B5EF4-FFF2-40B4-BE49-F238E27FC236}">
                <a16:creationId xmlns:a16="http://schemas.microsoft.com/office/drawing/2014/main" id="{BB971777-9936-40A5-9CD8-2723000B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Составной тест: оба знака &gt; 0; max(p₁, p₂) × 21, максимум 1.</a:t>
            </a:r>
          </a:p>
        </p:txBody>
      </p:sp>
    </p:spTree>
    <p:extLst>
      <p:ext uri="{BB962C8B-B14F-4D97-AF65-F5344CB8AC3E}">
        <p14:creationId xmlns:p14="http://schemas.microsoft.com/office/powerpoint/2010/main" val="14636063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B · КОНТРАСТЫ">
            <a:extLst xmlns:a="http://schemas.openxmlformats.org/drawingml/2006/main">
              <a:ext uri="{FF2B5EF4-FFF2-40B4-BE49-F238E27FC236}">
                <a16:creationId xmlns:a16="http://schemas.microsoft.com/office/drawing/2014/main" id="{C548CD48-7CFB-4738-B856-CCBD888D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B · КОНТРАСТЫ</a:t>
            </a:r>
          </a:p>
        </p:txBody>
      </p:sp>
      <p:sp>
        <p:nvSpPr>
          <p:cNvPr id="2" name="Все основные премии с интервалами">
            <a:extLst xmlns:a="http://schemas.openxmlformats.org/drawingml/2006/main">
              <a:ext uri="{FF2B5EF4-FFF2-40B4-BE49-F238E27FC236}">
                <a16:creationId xmlns:a16="http://schemas.microsoft.com/office/drawing/2014/main" id="{2F90C472-C2F5-4792-8926-6BDE3964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Все основные премии с интервалами</a:t>
            </a:r>
          </a:p>
        </p:txBody>
      </p:sp>
      <p:sp>
        <p:nvSpPr>
          <p:cNvPr id="3" name="Обычные host-cluster 95% интервалы; регрессии оцениваются отдельн">
            <a:extLst xmlns:a="http://schemas.openxmlformats.org/drawingml/2006/main">
              <a:ext uri="{FF2B5EF4-FFF2-40B4-BE49-F238E27FC236}">
                <a16:creationId xmlns:a16="http://schemas.microsoft.com/office/drawing/2014/main" id="{17E67983-FC8B-45AA-8955-66AEB7D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Обычные host-cluster 95% интервалы; регрессии оцениваются отдельно.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05FC4945-60EC-4F2C-90DA-A1662504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D20DE8B8-AFF2-4B8D-9A22-45AB5C51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8E4F4-4DB2-4D5A-9C16-03042EEE8922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571875"/>
                <a:gridCol w="3619500"/>
              </a:tblGrid>
              <a:tr h="539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Выборка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 отзывов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100 отзывов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Сентябрь train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4.6% [4.0%; 5.1%]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9.6% [8.4%; 10.9%]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Сентябрь validation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4.6% [3.8%; 5.3%]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9.4% [7.5%; 11.2%]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Сентябрь test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5.2% [4.4%; 6.0%]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11.2% [9.3%; 13.1%]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Июнь все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4.9% [4.5%; 5.4%]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10.4% [9.4%; 11.3%]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Июнь другие хозяева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3.6% [2.5%; 4.8%]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7.8% [4.8%; 10.9%]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0631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AD1A3BA4-A4EC-431F-A180-93599B94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Сентябрь · 1">
            <a:extLst xmlns:a="http://schemas.openxmlformats.org/drawingml/2006/main">
              <a:ext uri="{FF2B5EF4-FFF2-40B4-BE49-F238E27FC236}">
                <a16:creationId xmlns:a16="http://schemas.microsoft.com/office/drawing/2014/main" id="{BD9B17F5-D926-43EA-9BCE-EF0CB6E9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Сентябрь · 1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E08D1505-9CE0-4F64-8D3E-4CCDFD58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EC37FBF0-3F0E-45FC-9C40-E5736A9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6A45AB12-1728-4A66-AAD1-897D62C3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0A42A-E805-47EA-AF74-133A1B626548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352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Основная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2.50e-35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Основная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8 887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7.84e-14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Основная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9 514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7.08e-21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Квадраты контролей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3.26e-36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Квадраты контролей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9 514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6.15e-20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Равные веса хозяев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2.85e-44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Равные веса хозяев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9 514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5.93e-16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Кластеры по borough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5.39e-16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Кластеры по borough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9 514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4.76e-10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6114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17209483-6E41-4FBD-9638-5272995A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Сентябрь · 2">
            <a:extLst xmlns:a="http://schemas.openxmlformats.org/drawingml/2006/main">
              <a:ext uri="{FF2B5EF4-FFF2-40B4-BE49-F238E27FC236}">
                <a16:creationId xmlns:a16="http://schemas.microsoft.com/office/drawing/2014/main" id="{60FEEE25-CA69-4236-98B9-6E5AC10C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Сентябрь · 2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FDE16862-46A3-4635-817E-EE517245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B72C1C17-9C8B-4A46-B331-F14286C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D260918C-BBC5-4C9E-9288-86017A9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A6FF2-23FD-4642-A4CB-A3D748B34897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352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Цены £20–1 000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27 908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3.33e-36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Цены £20–1 000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9 453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1.81e-19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Within-host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17 650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1.16e-7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Within-host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5 932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0.3170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Ячейки 1 км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27 986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1.87e-32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Ячейки 1 км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9 265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5.13e-19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Другие подоценки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8.08e-33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Другие подоценки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9 514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5.34e-20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Только жильё целиком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19 384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1.30e-44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2809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6C4E533A-E734-4C57-BF2F-BA7B881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Сентябрь · 3">
            <a:extLst xmlns:a="http://schemas.openxmlformats.org/drawingml/2006/main">
              <a:ext uri="{FF2B5EF4-FFF2-40B4-BE49-F238E27FC236}">
                <a16:creationId xmlns:a16="http://schemas.microsoft.com/office/drawing/2014/main" id="{E8899049-91D5-4288-9651-BB4C34C0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Сентябрь · 3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05EC6E46-37E6-42DD-BCA1-C7288C9A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BD344B5-DC7C-4B2C-9C61-B2304646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0A5DB871-6E23-46F2-B255-B526D30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CD289-B876-401D-B271-48A47CF3A4D3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8810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Только жильё целиком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6 551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1.48e-17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Только комнаты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8 768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3.17e-5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Только комнаты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2 963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1.89e-5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7662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AFD70B8E-9104-4BE7-BDDD-923AA0D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Июнь · 1">
            <a:extLst xmlns:a="http://schemas.openxmlformats.org/drawingml/2006/main">
              <a:ext uri="{FF2B5EF4-FFF2-40B4-BE49-F238E27FC236}">
                <a16:creationId xmlns:a16="http://schemas.microsoft.com/office/drawing/2014/main" id="{5C737AFF-C05F-43B9-8194-F3DE047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Июнь · 1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D4666B3F-D38C-469F-A905-47CBBB18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FBFEB979-2DC0-4F15-A1D5-0B55B470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4">
            <a:extLst xmlns:a="http://schemas.openxmlformats.org/drawingml/2006/main">
              <a:ext uri="{FF2B5EF4-FFF2-40B4-BE49-F238E27FC236}">
                <a16:creationId xmlns:a16="http://schemas.microsoft.com/office/drawing/2014/main" id="{291E3893-25C2-42BC-8E1C-8D313816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B7FC-4934-451A-82D6-F4BF9F16A69A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352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Основная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4.26e-75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Другие хозяева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3 143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7.15e-4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Квадраты контролей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1.07e-75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Равные веса хозяев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1.51e-87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Кластеры по borough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1.22e-20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Цены £20–1 000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46 949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4.29e-73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Within-host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29 278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5.42e-14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Ячейки 1 км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47 410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4.62e-70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Другие подоценки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1.95e-69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4921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CDEBF109-A804-4297-8EB4-023C882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Июнь · 2">
            <a:extLst xmlns:a="http://schemas.openxmlformats.org/drawingml/2006/main">
              <a:ext uri="{FF2B5EF4-FFF2-40B4-BE49-F238E27FC236}">
                <a16:creationId xmlns:a16="http://schemas.microsoft.com/office/drawing/2014/main" id="{03DDDD59-C2EF-4114-BB63-DCF9CCC4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Июнь · 2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E12D97D0-E748-488E-B567-A5B64F70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A4789AA-2BA4-4652-960A-90C2435E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51EF62D3-D24A-4A7D-A288-9DCD87A8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DA635-05AA-4395-9356-FABB39C7C6DE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1174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1174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Только жильё целиком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32 714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7.57e-65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74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Только комнаты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14 819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7.90e-14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6708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B48F5C3C-1C0D-491D-B953-A07ED2B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Кривизна: сентябрь · 1">
            <a:extLst xmlns:a="http://schemas.openxmlformats.org/drawingml/2006/main">
              <a:ext uri="{FF2B5EF4-FFF2-40B4-BE49-F238E27FC236}">
                <a16:creationId xmlns:a16="http://schemas.microsoft.com/office/drawing/2014/main" id="{267AA17C-CE11-4E9B-A898-C7888F2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Кривизна: сентябрь · 1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56EFF065-C0E2-49B4-8266-337E6C9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1BFE4B4F-BF76-4DFB-A05E-A03233B0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5915C3B7-0A81-41C7-9A20-1E6B1E56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ADE7D-72A4-4321-86AC-D706BB96B9AF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 основных связей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28 152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1.13e-18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 основных связей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9 514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6.33e-15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Кривизна, rating ≥4,5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23 360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5.05e-22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Кривизна, rating ≥4,5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holdout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7 754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2.00e-10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0538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C · ВСЕ ПРОВЕРКИ">
            <a:extLst xmlns:a="http://schemas.openxmlformats.org/drawingml/2006/main">
              <a:ext uri="{FF2B5EF4-FFF2-40B4-BE49-F238E27FC236}">
                <a16:creationId xmlns:a16="http://schemas.microsoft.com/office/drawing/2014/main" id="{3F2AA4C6-3B18-41DF-B157-BA9B82B5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C · ВСЕ ПРОВЕРКИ</a:t>
            </a:r>
          </a:p>
        </p:txBody>
      </p:sp>
      <p:sp>
        <p:nvSpPr>
          <p:cNvPr id="2" name="Кривизна: июнь · 1">
            <a:extLst xmlns:a="http://schemas.openxmlformats.org/drawingml/2006/main">
              <a:ext uri="{FF2B5EF4-FFF2-40B4-BE49-F238E27FC236}">
                <a16:creationId xmlns:a16="http://schemas.microsoft.com/office/drawing/2014/main" id="{80997093-25E1-4339-8F9F-2DCE1E3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Кривизна: июнь · 1</a:t>
            </a:r>
          </a:p>
        </p:txBody>
      </p:sp>
      <p:sp>
        <p:nvSpPr>
          <p:cNvPr id="3" name="Все запланированные результаты, включая неподдержанные.">
            <a:extLst xmlns:a="http://schemas.openxmlformats.org/drawingml/2006/main">
              <a:ext uri="{FF2B5EF4-FFF2-40B4-BE49-F238E27FC236}">
                <a16:creationId xmlns:a16="http://schemas.microsoft.com/office/drawing/2014/main" id="{2FE53A27-56ED-4AEE-8AE9-DC5F17DE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Все запланированные результаты, включая неподдержанные.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45239085-F0B8-45F2-AE31-AA558B79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7751453D-D216-42B4-B968-F3C377C8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CC6C6-1CF5-4AC3-8592-FF7DFABB118F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714500"/>
                <a:gridCol w="1619250"/>
                <a:gridCol w="1905000"/>
                <a:gridCol w="1619250"/>
              </a:tblGrid>
              <a:tr h="7048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Спецификация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 основных связей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47 533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9.85e-45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Кривизна, rating ≥4,5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39 272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3.49e-35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Кривизна, другие хозяева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3 143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Rating ≥4,5, другие хозяева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june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2 484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1334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D · НАСТРОЙКИ">
            <a:extLst xmlns:a="http://schemas.openxmlformats.org/drawingml/2006/main">
              <a:ext uri="{FF2B5EF4-FFF2-40B4-BE49-F238E27FC236}">
                <a16:creationId xmlns:a16="http://schemas.microsoft.com/office/drawing/2014/main" id="{59418B35-7FDE-4B34-8F92-2CCED930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D · НАСТРОЙКИ</a:t>
            </a:r>
          </a:p>
        </p:txBody>
      </p:sp>
      <p:sp>
        <p:nvSpPr>
          <p:cNvPr id="2" name="Полная сетка выбора по validation">
            <a:extLst xmlns:a="http://schemas.openxmlformats.org/drawingml/2006/main">
              <a:ext uri="{FF2B5EF4-FFF2-40B4-BE49-F238E27FC236}">
                <a16:creationId xmlns:a16="http://schemas.microsoft.com/office/drawing/2014/main" id="{4C044FDD-A210-48DE-AE2A-830F3148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Полная сетка выбора по validation</a:t>
            </a:r>
          </a:p>
        </p:txBody>
      </p:sp>
      <p:sp>
        <p:nvSpPr>
          <p:cNvPr id="3" name="Ни одна из этих моделей не выбиралась по июню или старому test.">
            <a:extLst xmlns:a="http://schemas.openxmlformats.org/drawingml/2006/main">
              <a:ext uri="{FF2B5EF4-FFF2-40B4-BE49-F238E27FC236}">
                <a16:creationId xmlns:a16="http://schemas.microsoft.com/office/drawing/2014/main" id="{B8D0DBFE-5876-407A-AA95-DF1B410C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Ни одна из этих моделей не выбиралась по июню или старому test.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3FD6743-ADBB-40CD-8B9A-6D93C942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8">
            <a:extLst xmlns:a="http://schemas.openxmlformats.org/drawingml/2006/main">
              <a:ext uri="{FF2B5EF4-FFF2-40B4-BE49-F238E27FC236}">
                <a16:creationId xmlns:a16="http://schemas.microsoft.com/office/drawing/2014/main" id="{3C6FF986-30F2-471A-9F78-35E8844C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E6427-463C-42CA-8F3D-739665E834A1}"/>
              </a:ext>
            </a:extLst>
          </p:cNvPr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333750"/>
                <a:gridCol w="3714750"/>
              </a:tblGrid>
              <a:tr h="40216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log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α = 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α = 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α = 100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Small tree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depth = 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0.3336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depth = 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depth = 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depth = 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8281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E · РАЗРЫВЫ КАЧЕСТВА">
            <a:extLst xmlns:a="http://schemas.openxmlformats.org/drawingml/2006/main">
              <a:ext uri="{FF2B5EF4-FFF2-40B4-BE49-F238E27FC236}">
                <a16:creationId xmlns:a16="http://schemas.microsoft.com/office/drawing/2014/main" id="{5FEDF534-5F9D-4E69-9051-6247D544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E · РАЗРЫВЫ КАЧЕСТВА</a:t>
            </a:r>
          </a:p>
        </p:txBody>
      </p:sp>
      <p:sp>
        <p:nvSpPr>
          <p:cNvPr id="2" name="Ошибки обучения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05293C30-49A0-4FD1-AA67-25EC93B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Ошибки обучения и проверки</a:t>
            </a:r>
          </a:p>
        </p:txBody>
      </p:sp>
      <p:sp>
        <p:nvSpPr>
          <p:cNvPr id="3" name="Показаны log MAE; увеличение разрыва указывает на переобучение.">
            <a:extLst xmlns:a="http://schemas.openxmlformats.org/drawingml/2006/main">
              <a:ext uri="{FF2B5EF4-FFF2-40B4-BE49-F238E27FC236}">
                <a16:creationId xmlns:a16="http://schemas.microsoft.com/office/drawing/2014/main" id="{CB9C2B40-D8F5-40DC-89DE-02B37C6E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Показаны log MAE; увеличение разрыва указывает на переобучение.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73391BF6-F476-4BBF-8F17-A14FC022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D3FB391F-4655-43E2-B080-245671FE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52D7-EFAD-4B7E-B6B0-1E79FCA3851A}"/>
              </a:ext>
            </a:extLst>
          </p:cNvPr>
          <p:cNvGraphicFramePr/>
          <p:nvPr/>
        </p:nvGraphicFramePr>
        <p:xfrm>
          <a:off xmlns:a="http://schemas.openxmlformats.org/drawingml/2006/main" x="571500" y="2476500"/>
          <a:ext xmlns:a="http://schemas.openxmlformats.org/drawingml/2006/main" cx="11049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86000"/>
                <a:gridCol w="2286000"/>
                <a:gridCol w="2286000"/>
              </a:tblGrid>
              <a:tr h="45583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Старый test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Median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0.5995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0.6071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0.5794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Small tree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0.3260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0.3336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0.3244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0.2062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0.2698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0.2263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4261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F · ОШИБКИ ПО ГРУППАМ">
            <a:extLst xmlns:a="http://schemas.openxmlformats.org/drawingml/2006/main">
              <a:ext uri="{FF2B5EF4-FFF2-40B4-BE49-F238E27FC236}">
                <a16:creationId xmlns:a16="http://schemas.microsoft.com/office/drawing/2014/main" id="{F3159408-1A5E-4D79-85F4-3DF46DC1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F · ОШИБКИ ПО ГРУППАМ</a:t>
            </a:r>
          </a:p>
        </p:txBody>
      </p:sp>
      <p:sp>
        <p:nvSpPr>
          <p:cNvPr id="2" name="Средняя ошибка зависит от сегмента">
            <a:extLst xmlns:a="http://schemas.openxmlformats.org/drawingml/2006/main">
              <a:ext uri="{FF2B5EF4-FFF2-40B4-BE49-F238E27FC236}">
                <a16:creationId xmlns:a16="http://schemas.microsoft.com/office/drawing/2014/main" id="{3DB15D0A-6263-4583-B770-A9B61B5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Средняя ошибка зависит от сегмента</a:t>
            </a:r>
          </a:p>
        </p:txBody>
      </p:sp>
      <p:sp>
        <p:nvSpPr>
          <p:cNvPr id="3" name="Ценовые диапазоны задаются фактической ценой; они не входы модели">
            <a:extLst xmlns:a="http://schemas.openxmlformats.org/drawingml/2006/main">
              <a:ext uri="{FF2B5EF4-FFF2-40B4-BE49-F238E27FC236}">
                <a16:creationId xmlns:a16="http://schemas.microsoft.com/office/drawing/2014/main" id="{2D5E3D2A-1A44-41D5-AE15-7936BBAF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Ценовые диапазоны задаются фактической ценой; они не входы модели.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49E7ACD5-4AE7-4965-8F8A-97ED4E11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B44DF1DA-EB54-46F2-92D2-A2995B68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F75BE-5608-441C-801F-986C34966C5F}"/>
              </a:ext>
            </a:extLst>
          </p:cNvPr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714500"/>
                <a:gridCol w="2286000"/>
                <a:gridCol w="2286000"/>
              </a:tblGrid>
              <a:tr h="40216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Группа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Entire home/apt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8 006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£68.34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0.2366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Hotel room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£125.26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0.4608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Private room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3 802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£32.93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Shared room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£35.29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0.5228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≤100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3 040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£20.03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100–200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3 948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£34.07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0.2176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200–400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3 665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£57.17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0.2195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400–2000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1 251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£219.67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0.4322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7127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G · ЗНАЧИМОСТЬ РАЗНИЦЫ ОШИБОК">
            <a:extLst xmlns:a="http://schemas.openxmlformats.org/drawingml/2006/main">
              <a:ext uri="{FF2B5EF4-FFF2-40B4-BE49-F238E27FC236}">
                <a16:creationId xmlns:a16="http://schemas.microsoft.com/office/drawing/2014/main" id="{4B94EB10-4C51-43D2-B37D-45530F16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G · ЗНАЧИМОСТЬ РАЗНИЦЫ ОШИБОК</a:t>
            </a:r>
          </a:p>
        </p:txBody>
      </p:sp>
      <p:sp>
        <p:nvSpPr>
          <p:cNvPr id="2" name="Парное сравнение фиксированных прогнозов">
            <a:extLst xmlns:a="http://schemas.openxmlformats.org/drawingml/2006/main">
              <a:ext uri="{FF2B5EF4-FFF2-40B4-BE49-F238E27FC236}">
                <a16:creationId xmlns:a16="http://schemas.microsoft.com/office/drawing/2014/main" id="{BA801513-264E-445B-9F35-7F6B357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Парное сравнение фиксированных прогнозов</a:t>
            </a:r>
          </a:p>
        </p:txBody>
      </p:sp>
      <p:sp>
        <p:nvSpPr>
          <p:cNvPr id="3" name="1 000 bootstrap-перевыборок хозяев на старом test.">
            <a:extLst xmlns:a="http://schemas.openxmlformats.org/drawingml/2006/main">
              <a:ext uri="{FF2B5EF4-FFF2-40B4-BE49-F238E27FC236}">
                <a16:creationId xmlns:a16="http://schemas.microsoft.com/office/drawing/2014/main" id="{53937191-40AC-4B6F-96CF-CB0F4248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1 000 bootstrap-перевыборок хозяев на старом test.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7976BA8B-3A92-4AA7-9464-F8B72A6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1">
            <a:extLst xmlns:a="http://schemas.openxmlformats.org/drawingml/2006/main">
              <a:ext uri="{FF2B5EF4-FFF2-40B4-BE49-F238E27FC236}">
                <a16:creationId xmlns:a16="http://schemas.microsoft.com/office/drawing/2014/main" id="{F66603EC-11BD-4D90-9A31-2113ADF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64CF4-1BE1-4F7F-A576-65DDCA9889D1}"/>
              </a:ext>
            </a:extLst>
          </p:cNvPr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110490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905000"/>
                <a:gridCol w="2952750"/>
                <a:gridCol w="209550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Сравнение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Δ log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интервал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Улучшение, 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 over 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0.0259; 0.0347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10.8%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 over Random forest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0.0151; 0.0229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7.0%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248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H · REVIEW ABLATION">
            <a:extLst xmlns:a="http://schemas.openxmlformats.org/drawingml/2006/main">
              <a:ext uri="{FF2B5EF4-FFF2-40B4-BE49-F238E27FC236}">
                <a16:creationId xmlns:a16="http://schemas.microsoft.com/office/drawing/2014/main" id="{E093CFA6-E564-45C5-BE8A-B9F2BD5E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H · REVIEW ABLATION</a:t>
            </a:r>
          </a:p>
        </p:txBody>
      </p:sp>
      <p:sp>
        <p:nvSpPr>
          <p:cNvPr id="2" name="Что даёт информация об отзывах">
            <a:extLst xmlns:a="http://schemas.openxmlformats.org/drawingml/2006/main">
              <a:ext uri="{FF2B5EF4-FFF2-40B4-BE49-F238E27FC236}">
                <a16:creationId xmlns:a16="http://schemas.microsoft.com/office/drawing/2014/main" id="{6B2A8E28-A2CA-4393-BA91-83CF4FE9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Что даёт информация об отзывах</a:t>
            </a:r>
          </a:p>
        </p:txBody>
      </p:sp>
      <p:sp>
        <p:nvSpPr>
          <p:cNvPr id="3" name="Одна рейтинговая выборка: 9 514 объектов старого test.">
            <a:extLst xmlns:a="http://schemas.openxmlformats.org/drawingml/2006/main">
              <a:ext uri="{FF2B5EF4-FFF2-40B4-BE49-F238E27FC236}">
                <a16:creationId xmlns:a16="http://schemas.microsoft.com/office/drawing/2014/main" id="{4D1E83C8-F24D-437D-9B37-DF61776D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Одна рейтинговая выборка: 9 514 объектов старого test.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0E15565A-7344-44FB-A1DD-12684820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2">
            <a:extLst xmlns:a="http://schemas.openxmlformats.org/drawingml/2006/main">
              <a:ext uri="{FF2B5EF4-FFF2-40B4-BE49-F238E27FC236}">
                <a16:creationId xmlns:a16="http://schemas.microsoft.com/office/drawing/2014/main" id="{C625FE0B-391C-48EA-B5F7-D2ADBFB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2B381-570B-4CAD-AB2E-900E98F29776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476750"/>
                <a:gridCol w="2190750"/>
                <a:gridCol w="2190750"/>
              </a:tblGrid>
              <a:tr h="492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Информация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 MAE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Non-review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0.2592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£55.62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Review main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0.2489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£54.13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OLS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Review interaction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0.2457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£53.51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Non-review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0.2427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£52.42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Review information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0.2293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£50.44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6843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I · PERMUTATION IMPORTANCE">
            <a:extLst xmlns:a="http://schemas.openxmlformats.org/drawingml/2006/main">
              <a:ext uri="{FF2B5EF4-FFF2-40B4-BE49-F238E27FC236}">
                <a16:creationId xmlns:a16="http://schemas.microsoft.com/office/drawing/2014/main" id="{CF55EDB6-DC45-4353-9B7A-AE832FF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I · PERMUTATION IMPORTANCE</a:t>
            </a:r>
          </a:p>
        </p:txBody>
      </p:sp>
      <p:sp>
        <p:nvSpPr>
          <p:cNvPr id="2" name="Какие группы нужны прогнозной модели">
            <a:extLst xmlns:a="http://schemas.openxmlformats.org/drawingml/2006/main">
              <a:ext uri="{FF2B5EF4-FFF2-40B4-BE49-F238E27FC236}">
                <a16:creationId xmlns:a16="http://schemas.microsoft.com/office/drawing/2014/main" id="{1E6343A4-49A0-4614-8757-64485000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Какие группы нужны прогнозной модели</a:t>
            </a:r>
          </a:p>
        </p:txBody>
      </p:sp>
      <p:sp>
        <p:nvSpPr>
          <p:cNvPr id="3" name="Связанные входы перемешиваются вместе; 2 000 строк, пять повторов">
            <a:extLst xmlns:a="http://schemas.openxmlformats.org/drawingml/2006/main">
              <a:ext uri="{FF2B5EF4-FFF2-40B4-BE49-F238E27FC236}">
                <a16:creationId xmlns:a16="http://schemas.microsoft.com/office/drawing/2014/main" id="{8AEF1643-1436-4026-A230-321E42C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Связанные входы перемешиваются вместе; 2 000 строк, пять повторов.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C9E67AFE-D3BA-4ED9-A42C-3C668F7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3">
            <a:extLst xmlns:a="http://schemas.openxmlformats.org/drawingml/2006/main">
              <a:ext uri="{FF2B5EF4-FFF2-40B4-BE49-F238E27FC236}">
                <a16:creationId xmlns:a16="http://schemas.microsoft.com/office/drawing/2014/main" id="{5279C13D-965F-44F3-BB04-6371720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2F52443-B345-4606-A1C9-A65A32384EA4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112b924a41446e"/>
          </a:graphicData>
        </a:graphic>
      </p:graphicFrame>
    </p:spTree>
    <p:extLst>
      <p:ext uri="{BB962C8B-B14F-4D97-AF65-F5344CB8AC3E}">
        <p14:creationId xmlns:p14="http://schemas.microsoft.com/office/powerpoint/2010/main" val="14310280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ИЛОЖЕНИЕ J · TREESHAP">
            <a:extLst xmlns:a="http://schemas.openxmlformats.org/drawingml/2006/main">
              <a:ext uri="{FF2B5EF4-FFF2-40B4-BE49-F238E27FC236}">
                <a16:creationId xmlns:a16="http://schemas.microsoft.com/office/drawing/2014/main" id="{F5CA986C-93C2-42F4-8707-4B469F83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J · TREESHAP</a:t>
            </a:r>
          </a:p>
        </p:txBody>
      </p:sp>
      <p:sp>
        <p:nvSpPr>
          <p:cNvPr id="2" name="Рейтинг и отзывы: зависимости вкладов">
            <a:extLst xmlns:a="http://schemas.openxmlformats.org/drawingml/2006/main">
              <a:ext uri="{FF2B5EF4-FFF2-40B4-BE49-F238E27FC236}">
                <a16:creationId xmlns:a16="http://schemas.microsoft.com/office/drawing/2014/main" id="{D3CBA0C3-B1B3-4BE1-AB30-2A2A821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Рейтинг и отзывы: зависимости вкладов</a:t>
            </a:r>
          </a:p>
        </p:txBody>
      </p:sp>
      <p:sp>
        <p:nvSpPr>
          <p:cNvPr id="3" name="Цветовые группы — число отзывов или рейтинг; вклады в log(price).">
            <a:extLst xmlns:a="http://schemas.openxmlformats.org/drawingml/2006/main">
              <a:ext uri="{FF2B5EF4-FFF2-40B4-BE49-F238E27FC236}">
                <a16:creationId xmlns:a16="http://schemas.microsoft.com/office/drawing/2014/main" id="{5E7E738A-5F15-43FE-8D47-634B8F85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Цветовые группы — число отзывов или рейтинг; вклады в log(price).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25BA1BAE-5694-4FA8-B38C-E4752063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4">
            <a:extLst xmlns:a="http://schemas.openxmlformats.org/drawingml/2006/main">
              <a:ext uri="{FF2B5EF4-FFF2-40B4-BE49-F238E27FC236}">
                <a16:creationId xmlns:a16="http://schemas.microsoft.com/office/drawing/2014/main" id="{5308F3D5-82E2-49D8-B8EF-1D59018E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008FEE3-69F7-4170-A356-61C8893685EA}"/>
              </a:ext>
            </a:extLst>
          </p:cNvPr>
          <p:cNvGraphicFramePr/>
          <p:nvPr/>
        </p:nvGraphicFramePr>
        <p:xfrm>
          <a:off xmlns:a="http://schemas.openxmlformats.org/drawingml/2006/main" x="571500" y="2571750"/>
          <a:ext xmlns:a="http://schemas.openxmlformats.org/drawingml/2006/main" cx="5334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bd4a39b5824122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88ED6BE-7B6C-4DE3-8543-F967D0B4DC7A}"/>
              </a:ext>
            </a:extLst>
          </p:cNvPr>
          <p:cNvGraphicFramePr/>
          <p:nvPr/>
        </p:nvGraphicFramePr>
        <p:xfrm>
          <a:off xmlns:a="http://schemas.openxmlformats.org/drawingml/2006/main" x="6286500" y="2571750"/>
          <a:ext xmlns:a="http://schemas.openxmlformats.org/drawingml/2006/main" cx="53340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5a3cfc94f84a3c"/>
          </a:graphicData>
        </a:graphic>
      </p:graphicFrame>
    </p:spTree>
    <p:extLst>
      <p:ext uri="{BB962C8B-B14F-4D97-AF65-F5344CB8AC3E}">
        <p14:creationId xmlns:p14="http://schemas.microsoft.com/office/powerpoint/2010/main" val="1237696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ИЛОЖЕНИЕ K · ПОДДЕРЖКА ОТВЕТА МОДЕЛИ">
            <a:extLst xmlns:a="http://schemas.openxmlformats.org/drawingml/2006/main">
              <a:ext uri="{FF2B5EF4-FFF2-40B4-BE49-F238E27FC236}">
                <a16:creationId xmlns:a16="http://schemas.microsoft.com/office/drawing/2014/main" id="{1D0CE90E-C5B6-44DE-B52D-5AA30869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K · ПОДДЕРЖКА ОТВЕТА МОДЕЛИ</a:t>
            </a:r>
          </a:p>
        </p:txBody>
      </p:sp>
      <p:sp>
        <p:nvSpPr>
          <p:cNvPr id="2" name="Премия и разброс индивидуальных ответов">
            <a:extLst xmlns:a="http://schemas.openxmlformats.org/drawingml/2006/main">
              <a:ext uri="{FF2B5EF4-FFF2-40B4-BE49-F238E27FC236}">
                <a16:creationId xmlns:a16="http://schemas.microsoft.com/office/drawing/2014/main" id="{9E091902-7329-49D7-8CC8-58CC811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Премия и разброс индивидуальных ответов</a:t>
            </a:r>
          </a:p>
        </p:txBody>
      </p:sp>
      <p:sp>
        <p:nvSpPr>
          <p:cNvPr id="3" name="Средний log-контраст переведён через exp; квантили ICE — не довер">
            <a:extLst xmlns:a="http://schemas.openxmlformats.org/drawingml/2006/main">
              <a:ext uri="{FF2B5EF4-FFF2-40B4-BE49-F238E27FC236}">
                <a16:creationId xmlns:a16="http://schemas.microsoft.com/office/drawing/2014/main" id="{A757DF06-81DC-4F2C-873A-C40FE09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Средний log-контраст переведён через exp; квантили ICE — не доверительные интервалы.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BB93E329-9190-4B7C-9B40-CA249C67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5">
            <a:extLst xmlns:a="http://schemas.openxmlformats.org/drawingml/2006/main">
              <a:ext uri="{FF2B5EF4-FFF2-40B4-BE49-F238E27FC236}">
                <a16:creationId xmlns:a16="http://schemas.microsoft.com/office/drawing/2014/main" id="{8E0B5671-C069-4A53-84D6-B508FF1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48308-D132-401E-B87D-C49C952ACC1E}"/>
              </a:ext>
            </a:extLst>
          </p:cNvPr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110490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667000"/>
                <a:gridCol w="3333750"/>
                <a:gridCol w="3333750"/>
              </a:tblGrid>
              <a:tr h="635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Отзывы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Средняя премия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ICE 10-й процентиль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ICE 90-й процентиль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8.33%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4.15%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13.17%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8.96%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4.59%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14.16%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7" name="Разброс показывает неоднородность ответа одной модели, а не неопр">
            <a:extLst xmlns:a="http://schemas.openxmlformats.org/drawingml/2006/main">
              <a:ext uri="{FF2B5EF4-FFF2-40B4-BE49-F238E27FC236}">
                <a16:creationId xmlns:a16="http://schemas.microsoft.com/office/drawing/2014/main" id="{92371A73-9A56-43A2-BF9D-8757DE9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Разброс показывает неоднородность ответа одной модели, а не неопределённость причинного эффекта.</a:t>
            </a:r>
          </a:p>
        </p:txBody>
      </p:sp>
    </p:spTree>
    <p:extLst>
      <p:ext uri="{BB962C8B-B14F-4D97-AF65-F5344CB8AC3E}">
        <p14:creationId xmlns:p14="http://schemas.microsoft.com/office/powerpoint/2010/main" val="5193158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L · ЛОКАЛЬНЫЕ ОБЪЯСНЕНИЯ">
            <a:extLst xmlns:a="http://schemas.openxmlformats.org/drawingml/2006/main">
              <a:ext uri="{FF2B5EF4-FFF2-40B4-BE49-F238E27FC236}">
                <a16:creationId xmlns:a16="http://schemas.microsoft.com/office/drawing/2014/main" id="{04AFDE7C-5055-4434-809E-25BA8B42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L · ЛОКАЛЬНЫЕ ОБЪЯСНЕНИЯ</a:t>
            </a:r>
          </a:p>
        </p:txBody>
      </p:sp>
      <p:sp>
        <p:nvSpPr>
          <p:cNvPr id="2" name="Примеры выбраны по правилу, а не вручную">
            <a:extLst xmlns:a="http://schemas.openxmlformats.org/drawingml/2006/main">
              <a:ext uri="{FF2B5EF4-FFF2-40B4-BE49-F238E27FC236}">
                <a16:creationId xmlns:a16="http://schemas.microsoft.com/office/drawing/2014/main" id="{9BBD878A-D0B9-4027-B8E2-208FBBA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Примеры выбраны по правилу, а не вручную</a:t>
            </a:r>
          </a:p>
        </p:txBody>
      </p:sp>
      <p:sp>
        <p:nvSpPr>
          <p:cNvPr id="3" name="Ближайшие к 25-му, 50-му и 90-му процентилям абсолютной log-ошибк">
            <a:extLst xmlns:a="http://schemas.openxmlformats.org/drawingml/2006/main">
              <a:ext uri="{FF2B5EF4-FFF2-40B4-BE49-F238E27FC236}">
                <a16:creationId xmlns:a16="http://schemas.microsoft.com/office/drawing/2014/main" id="{D041731A-B89C-4813-B25D-01413F6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Ближайшие к 25-му, 50-му и 90-му процентилям абсолютной log-ошибки.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124CD4C-3922-46BC-8811-8A521FD3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6">
            <a:extLst xmlns:a="http://schemas.openxmlformats.org/drawingml/2006/main">
              <a:ext uri="{FF2B5EF4-FFF2-40B4-BE49-F238E27FC236}">
                <a16:creationId xmlns:a16="http://schemas.microsoft.com/office/drawing/2014/main" id="{603D72C0-9904-4976-9AF3-546975BE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D6CAE-CDB0-426C-9E7B-802081562291}"/>
              </a:ext>
            </a:extLst>
          </p:cNvPr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110490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762250"/>
                <a:gridCol w="2286000"/>
                <a:gridCol w="3143250"/>
              </a:tblGrid>
              <a:tr h="58340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Процентиль ошибки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Наблюдаемая цена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Прогноз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База + вклады (log)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£78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5.144 − 0.699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£155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£186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5.144 + 0.082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£351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£209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5.144 + 0.199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91194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ИЛОЖЕНИЕ M · ИСТОЧНИКИ">
            <a:extLst xmlns:a="http://schemas.openxmlformats.org/drawingml/2006/main">
              <a:ext uri="{FF2B5EF4-FFF2-40B4-BE49-F238E27FC236}">
                <a16:creationId xmlns:a16="http://schemas.microsoft.com/office/drawing/2014/main" id="{24BEE6AF-8D9B-486C-8A49-AF5FE52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M · ИСТОЧНИКИ</a:t>
            </a:r>
          </a:p>
        </p:txBody>
      </p:sp>
      <p:sp>
        <p:nvSpPr>
          <p:cNvPr id="2" name="Данные, литература и методическая основа">
            <a:extLst xmlns:a="http://schemas.openxmlformats.org/drawingml/2006/main">
              <a:ext uri="{FF2B5EF4-FFF2-40B4-BE49-F238E27FC236}">
                <a16:creationId xmlns:a16="http://schemas.microsoft.com/office/drawing/2014/main" id="{D5F7A8B3-C39C-4AE8-93F1-ADA696C2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Данные, литература и методическая основа</a:t>
            </a:r>
          </a:p>
        </p:txBody>
      </p:sp>
      <p:sp>
        <p:nvSpPr>
          <p:cNvPr id="3" name="Проверяемые ссылки находятся также в notebook, README и заметках.">
            <a:extLst xmlns:a="http://schemas.openxmlformats.org/drawingml/2006/main">
              <a:ext uri="{FF2B5EF4-FFF2-40B4-BE49-F238E27FC236}">
                <a16:creationId xmlns:a16="http://schemas.microsoft.com/office/drawing/2014/main" id="{A6F801D4-1639-4A3F-AF6D-C712F077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Проверяемые ссылки находятся также в notebook, README и заметках.</a:t>
            </a:r>
          </a:p>
        </p:txBody>
      </p:sp>
      <p:sp>
        <p:nvSpPr>
          <p:cNvPr id="4" name="Источники: точные URL и SHA256 в README и provenance/">
            <a:extLst xmlns:a="http://schemas.openxmlformats.org/drawingml/2006/main">
              <a:ext uri="{FF2B5EF4-FFF2-40B4-BE49-F238E27FC236}">
                <a16:creationId xmlns:a16="http://schemas.microsoft.com/office/drawing/2014/main" id="{587CA1CB-9F85-41B1-9DF8-4D3D1905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Источники: точные URL и SHA256 в README и provenance/</a:t>
            </a:r>
          </a:p>
        </p:txBody>
      </p:sp>
      <p:sp>
        <p:nvSpPr>
          <p:cNvPr id="5" name="37">
            <a:extLst xmlns:a="http://schemas.openxmlformats.org/drawingml/2006/main">
              <a:ext uri="{FF2B5EF4-FFF2-40B4-BE49-F238E27FC236}">
                <a16:creationId xmlns:a16="http://schemas.microsoft.com/office/drawing/2014/main" id="{41730B10-B13E-46DE-9261-FCDC5C0D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37C48EF1-6CB6-4987-BF12-420BCB3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Inside Airbnb: London, сентябрь и июнь 2026; CC BY 4.0.">
            <a:extLst xmlns:a="http://schemas.openxmlformats.org/drawingml/2006/main">
              <a:ext uri="{FF2B5EF4-FFF2-40B4-BE49-F238E27FC236}">
                <a16:creationId xmlns:a16="http://schemas.microsoft.com/office/drawing/2014/main" id="{FC8811D9-3EFF-4203-9BD7-1E9BF545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10191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Inside Airbnb: London, сентябрь и июнь 2026; CC BY 4.0.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054B4332-F682-4DDB-BA95-7025D296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Gyódi &amp; Nawaro (2021); Fradkin, Grewal &amp; Holtz (2021); Fradkin &amp; ">
            <a:extLst xmlns:a="http://schemas.openxmlformats.org/drawingml/2006/main">
              <a:ext uri="{FF2B5EF4-FFF2-40B4-BE49-F238E27FC236}">
                <a16:creationId xmlns:a16="http://schemas.microsoft.com/office/drawing/2014/main" id="{FAF31DD8-1635-4E63-B102-41929FCF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10191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Gyódi &amp; Nawaro (2021); Fradkin, Grewal &amp; Holtz (2021); Fradkin &amp; Holtz (2021, препринт).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C27269C1-EC90-4ECD-8F5A-6FB32B15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D880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80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Lecture 6.pdf, стр. 4–9. Презентации 2022 года — примеры масштаба">
            <a:extLst xmlns:a="http://schemas.openxmlformats.org/drawingml/2006/main">
              <a:ext uri="{FF2B5EF4-FFF2-40B4-BE49-F238E27FC236}">
                <a16:creationId xmlns:a16="http://schemas.microsoft.com/office/drawing/2014/main" id="{35E126D5-49C2-41DA-AF29-0B6A818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10191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442"/>
                </a:solidFill>
                <a:latin typeface="Arial"/>
                <a:ea typeface="Arial"/>
                <a:cs typeface="Arial"/>
              </a:rPr>
              <a:t>Lecture 6.pdf, стр. 4–9. Презентации 2022 года — примеры масштаба, не правила оценивания.</a:t>
            </a:r>
          </a:p>
        </p:txBody>
      </p:sp>
    </p:spTree>
    <p:extLst>
      <p:ext uri="{BB962C8B-B14F-4D97-AF65-F5344CB8AC3E}">
        <p14:creationId xmlns:p14="http://schemas.microsoft.com/office/powerpoint/2010/main" val="2403433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B3AC2EF7-A125-4012-9146-B0BE0A1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1–8 из 136">
            <a:extLst xmlns:a="http://schemas.openxmlformats.org/drawingml/2006/main">
              <a:ext uri="{FF2B5EF4-FFF2-40B4-BE49-F238E27FC236}">
                <a16:creationId xmlns:a16="http://schemas.microsoft.com/office/drawing/2014/main" id="{24407605-2A5E-4015-8B54-39AC359A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1–8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CDA1F483-F63C-4205-B33D-1D16659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41A506E4-6F5B-4366-88FE-B59640EB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8">
            <a:extLst xmlns:a="http://schemas.openxmlformats.org/drawingml/2006/main">
              <a:ext uri="{FF2B5EF4-FFF2-40B4-BE49-F238E27FC236}">
                <a16:creationId xmlns:a16="http://schemas.microsoft.com/office/drawing/2014/main" id="{8A4DFF38-FA36-4496-B172-9B613D49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C8D06-1A86-42AD-93C7-1E3292BF5397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intercept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5.2539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0.1186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5.0213; 5.4864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&lt;1e-300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bedrooms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0.1267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0.1111; 0.1423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1.24e-56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beds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-0.0341; -0.0103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2.61e-4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bathroom count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0.0414; 0.0644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2.09e-19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bathroom shared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-0.0776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-0.0866; -0.0687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3.00e-64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host days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-0.0009; 0.0155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maximum nights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0.0023; 0.0056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3.53e-6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reviews per month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-0.0773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-0.0869; -0.0677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1.97e-55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5882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1363C227-85DD-407B-836C-244D6DC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9–16 из 136">
            <a:extLst xmlns:a="http://schemas.openxmlformats.org/drawingml/2006/main">
              <a:ext uri="{FF2B5EF4-FFF2-40B4-BE49-F238E27FC236}">
                <a16:creationId xmlns:a16="http://schemas.microsoft.com/office/drawing/2014/main" id="{17F7ACC6-A24C-457E-8E7F-CEDBEB8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9–16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ED2E8885-796B-4C0E-8C9A-D40CC80C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7FEFE18D-05D5-41B2-A1A2-FEA21687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39">
            <a:extLst xmlns:a="http://schemas.openxmlformats.org/drawingml/2006/main">
              <a:ext uri="{FF2B5EF4-FFF2-40B4-BE49-F238E27FC236}">
                <a16:creationId xmlns:a16="http://schemas.microsoft.com/office/drawing/2014/main" id="{105F48B9-51E4-456C-9219-F6A449F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E119F-0BF5-4C36-8E85-465377E5A336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stay nights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-0.0358; -0.0195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3.13e-11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lead days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-0.0326; -0.0070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scrape day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-0.0125; 0.0005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wifi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-0.0126; 0.0025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0.1910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kitchen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-0.0202; -0.0022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washer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-0.0015; 0.0141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0.1155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dryer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0.0216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0.0150; 0.0283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1.55e-10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dishwasher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0.0367; 0.0498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6.03e-38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2783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B9B01A9C-AA1D-4D05-80CE-5F6DF84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17–24 из 136">
            <a:extLst xmlns:a="http://schemas.openxmlformats.org/drawingml/2006/main">
              <a:ext uri="{FF2B5EF4-FFF2-40B4-BE49-F238E27FC236}">
                <a16:creationId xmlns:a16="http://schemas.microsoft.com/office/drawing/2014/main" id="{CCCF8721-543E-48D2-8E84-8D57D87F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17–24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9A281E14-E31D-4472-A648-0EBC67C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70E1D73-D3F8-4755-B74B-E57AE78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0">
            <a:extLst xmlns:a="http://schemas.openxmlformats.org/drawingml/2006/main">
              <a:ext uri="{FF2B5EF4-FFF2-40B4-BE49-F238E27FC236}">
                <a16:creationId xmlns:a16="http://schemas.microsoft.com/office/drawing/2014/main" id="{8C7EBBAF-A9A7-4D82-8ED8-63467B63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18BB7-4C79-449B-8A16-449DF1F8CBDF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heating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-0.0006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-0.0069; 0.0057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0.8557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air conditioning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0.0308; 0.0455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3.15e-24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dedicated workspace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0.0024; 0.0149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parking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-0.0017; 0.0138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elevator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0.0160; 0.0288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6.28e-12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private outdoor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0.0057; 0.0149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9.44e-6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pool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0.0021; 0.0127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hot tub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0.0015; 0.0133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6779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193D3120-38DD-4C6C-A68D-C3A7734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25–32 из 136">
            <a:extLst xmlns:a="http://schemas.openxmlformats.org/drawingml/2006/main">
              <a:ext uri="{FF2B5EF4-FFF2-40B4-BE49-F238E27FC236}">
                <a16:creationId xmlns:a16="http://schemas.microsoft.com/office/drawing/2014/main" id="{9E3AE932-1503-449D-94AF-D8D4F294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25–32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470C9C73-2129-4C6E-9F48-516B9F8E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60E8B40-4F52-4AE8-A068-3D15ECE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1">
            <a:extLst xmlns:a="http://schemas.openxmlformats.org/drawingml/2006/main">
              <a:ext uri="{FF2B5EF4-FFF2-40B4-BE49-F238E27FC236}">
                <a16:creationId xmlns:a16="http://schemas.microsoft.com/office/drawing/2014/main" id="{E6BB385E-61C2-466D-B6C4-EFEC1AC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DDD11-A1BF-4559-8A97-5101EE070D9A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gym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0.0019; 0.0157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breakfast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-0.0087; 0.0047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0.5545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tv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0.0172; 0.0319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6.99e-11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self checkin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-0.0070; 0.0069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0.9953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smoke alarm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-0.0084; 0.0053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0.6504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carbon monoxide alarm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-0.0015; 0.0115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fire extinguisher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-0.0097; 0.0029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0.2963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first aid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-0.0083; 0.0048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0.5922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4257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647D6B39-F6A8-4487-9C07-6D3B4F5E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33–40 из 136">
            <a:extLst xmlns:a="http://schemas.openxmlformats.org/drawingml/2006/main">
              <a:ext uri="{FF2B5EF4-FFF2-40B4-BE49-F238E27FC236}">
                <a16:creationId xmlns:a16="http://schemas.microsoft.com/office/drawing/2014/main" id="{7FA687F5-817E-4E40-9AF3-9A2FF19B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33–40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F529E46D-8113-49AA-A599-5413FB5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D85407D2-831F-4B7C-BB4C-3834CD90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2">
            <a:extLst xmlns:a="http://schemas.openxmlformats.org/drawingml/2006/main">
              <a:ext uri="{FF2B5EF4-FFF2-40B4-BE49-F238E27FC236}">
                <a16:creationId xmlns:a16="http://schemas.microsoft.com/office/drawing/2014/main" id="{310156CC-12BA-479F-B48D-C42875AE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4AD19-6ACA-4D8A-878D-CAE4389DDC28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crib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-0.0038; 0.0145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high chair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-0.0043; 0.0113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0.3754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pets allowed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0.0091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0.0023; 0.0158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luggage dropoff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-0.0192; -0.0027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coffee maker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0.0103; 0.0247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1.93e-6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oven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-0.0062; 0.0110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0.5789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refrigerator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-0.0159; -0.0010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bathtub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0.0106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0.0047; 0.0164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4.02e-4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58161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B55BB6EB-420A-4D44-89CD-A95C2414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41–48 из 136">
            <a:extLst xmlns:a="http://schemas.openxmlformats.org/drawingml/2006/main">
              <a:ext uri="{FF2B5EF4-FFF2-40B4-BE49-F238E27FC236}">
                <a16:creationId xmlns:a16="http://schemas.microsoft.com/office/drawing/2014/main" id="{69ED79B2-B399-4F41-A4E2-58079C36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41–48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9E400BD6-8395-4C76-A598-9285EC37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DF3E0824-06BC-4664-8E5C-E00FB5D7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3">
            <a:extLst xmlns:a="http://schemas.openxmlformats.org/drawingml/2006/main">
              <a:ext uri="{FF2B5EF4-FFF2-40B4-BE49-F238E27FC236}">
                <a16:creationId xmlns:a16="http://schemas.microsoft.com/office/drawing/2014/main" id="{83A77DEB-5959-42A0-8912-8D80AB1E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6DFA4-54E0-4B27-99F0-27D609D65D77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hair dryer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0.0005; 0.0130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amenity: long stays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-0.0080; 0.0054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0.7055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log capacity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0.1708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0.1534; 0.1883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7.81e-81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log host listings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-0.0152; 0.0214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0.7374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log minimum nights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-0.0475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-0.0556; -0.0395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1.12e-30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distance5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-0.5063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-0.5463; -0.4662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1.95e-132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beyond5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0.3332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0.2916; 0.3747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3.38e-55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latitude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0.0090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-0.0118; 0.0237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0.5098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51494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60256B39-B3A2-40E0-8E54-0BF486A6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49–56 из 136">
            <a:extLst xmlns:a="http://schemas.openxmlformats.org/drawingml/2006/main">
              <a:ext uri="{FF2B5EF4-FFF2-40B4-BE49-F238E27FC236}">
                <a16:creationId xmlns:a16="http://schemas.microsoft.com/office/drawing/2014/main" id="{1E28C491-614B-4B98-AE36-2C453E13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49–56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FB94EBF1-ECAC-4531-80AF-94755B5D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21082D65-E310-4A39-8CB9-917F83D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4">
            <a:extLst xmlns:a="http://schemas.openxmlformats.org/drawingml/2006/main">
              <a:ext uri="{FF2B5EF4-FFF2-40B4-BE49-F238E27FC236}">
                <a16:creationId xmlns:a16="http://schemas.microsoft.com/office/drawing/2014/main" id="{D82FC1AB-FD4F-47EC-BD61-6E3D338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B5E98-8A82-40F3-A6F8-BCC12D5B4DE9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longitude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-0.0473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-0.0709; -0.0238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8.24e-5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rating centered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0.0803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0.0711; 0.0895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1.13e-64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log reviews centered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-0.0309; -0.0099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1.46e-4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rating review interaction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0.0417; 0.0570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1.19e-36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missing: bedrooms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-0.0023; 0.0081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missing: beds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-0.0157; 0.0005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missing: bathroom count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-0.0205; -0.0135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1.05e-21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missing: bathroom shared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0.0062; 0.0159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9.32e-6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599022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2E4824EA-5B7F-4103-98D5-3D9DF255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57–64 из 136">
            <a:extLst xmlns:a="http://schemas.openxmlformats.org/drawingml/2006/main">
              <a:ext uri="{FF2B5EF4-FFF2-40B4-BE49-F238E27FC236}">
                <a16:creationId xmlns:a16="http://schemas.microsoft.com/office/drawing/2014/main" id="{9592FA06-E53E-44C2-84AD-D76007C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57–64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AADD551E-C3A4-4EF0-ACC3-228735FB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D4DFD5DD-8492-4822-997C-9C9794E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5">
            <a:extLst xmlns:a="http://schemas.openxmlformats.org/drawingml/2006/main">
              <a:ext uri="{FF2B5EF4-FFF2-40B4-BE49-F238E27FC236}">
                <a16:creationId xmlns:a16="http://schemas.microsoft.com/office/drawing/2014/main" id="{C05A2F27-3586-481C-86CB-1AD8567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40DDD-A59E-4EB5-B57F-3266C756233A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missing: maximum nights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0.0030; 0.0132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missing: log minimum nights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0.0030; 0.0132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cabin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-0.2130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0.1186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-0.4455; 0.0196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condo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-0.0914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-0.2829; 0.1001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0.3496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guest suite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-0.1992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-0.4031; 0.0048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guesthouse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-0.1089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-0.3048; 0.0869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0.2755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home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-0.2167; 0.1661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0.7956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loft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-0.1056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-0.3086; 0.0974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0.3080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64436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0D5A62CD-7721-4C38-8FF7-FA29C2A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65–72 из 136">
            <a:extLst xmlns:a="http://schemas.openxmlformats.org/drawingml/2006/main">
              <a:ext uri="{FF2B5EF4-FFF2-40B4-BE49-F238E27FC236}">
                <a16:creationId xmlns:a16="http://schemas.microsoft.com/office/drawing/2014/main" id="{CAC76D30-1090-489E-85B4-20FFAF3A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65–72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C7E2E650-F08E-47A7-B370-47225E8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EBCCC14-E1EF-4825-BAAF-EB8F2C33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6">
            <a:extLst xmlns:a="http://schemas.openxmlformats.org/drawingml/2006/main">
              <a:ext uri="{FF2B5EF4-FFF2-40B4-BE49-F238E27FC236}">
                <a16:creationId xmlns:a16="http://schemas.microsoft.com/office/drawing/2014/main" id="{2FBD7A24-8B0F-4F11-84BC-A611B74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51510-5ADF-4C66-88A7-C72675B7A184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place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-0.1132; 0.3811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0.2883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rental unit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-0.1096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-0.3006; 0.0815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0.2610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serviced apartment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-0.0677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-0.2687; 0.1333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0.5091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Entire townhouse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0.0204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-0.1753; 0.2160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0.8382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-0.0718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-0.3318; 0.1881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0.5880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bed and breakfast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-0.1298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-0.3942; 0.1345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0.3356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condo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-0.3029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-0.5565; -0.0493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0.0192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guest suite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-0.3019; 0.2352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0.8077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20793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25D80ED6-56F2-4AA9-BB8D-5A372DF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73–80 из 136">
            <a:extLst xmlns:a="http://schemas.openxmlformats.org/drawingml/2006/main">
              <a:ext uri="{FF2B5EF4-FFF2-40B4-BE49-F238E27FC236}">
                <a16:creationId xmlns:a16="http://schemas.microsoft.com/office/drawing/2014/main" id="{2098EB27-EAA1-4042-B91E-8918A89E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73–80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5E5C30A6-0450-474D-9CBF-797DCA9B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49B13830-0254-4992-8DCB-FACB5655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7">
            <a:extLst xmlns:a="http://schemas.openxmlformats.org/drawingml/2006/main">
              <a:ext uri="{FF2B5EF4-FFF2-40B4-BE49-F238E27FC236}">
                <a16:creationId xmlns:a16="http://schemas.microsoft.com/office/drawing/2014/main" id="{FBB68A40-D673-40FE-AE2B-914F45A4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8FC20-F29D-4205-BB4F-CCE76ACA0364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guesthouse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-0.2843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-0.5468; -0.0217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home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-0.3160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-0.5610; -0.0710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hostel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-0.4603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0.1519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-0.7580; -0.1626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loft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-0.0390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0.1536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-0.3400; 0.2621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0.7997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rental unit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-0.2890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-0.5347; -0.0433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serviced apartment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0.1379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-0.3047; 0.2359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0.8032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Private room in townhouse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-0.2564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0.1274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-0.5060; -0.0067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Room in aparthotel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-0.1925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0.1158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-0.4195; 0.0344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96404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D43A1484-8BEB-48FD-BBED-8F7D79A0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81–88 из 136">
            <a:extLst xmlns:a="http://schemas.openxmlformats.org/drawingml/2006/main">
              <a:ext uri="{FF2B5EF4-FFF2-40B4-BE49-F238E27FC236}">
                <a16:creationId xmlns:a16="http://schemas.microsoft.com/office/drawing/2014/main" id="{133643AA-BAD4-43C8-9F2F-151EBFE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81–88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3B101659-B343-4001-9806-036E936B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D5EC53A6-4861-4978-AC74-881F1BA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8">
            <a:extLst xmlns:a="http://schemas.openxmlformats.org/drawingml/2006/main">
              <a:ext uri="{FF2B5EF4-FFF2-40B4-BE49-F238E27FC236}">
                <a16:creationId xmlns:a16="http://schemas.microsoft.com/office/drawing/2014/main" id="{BD135AD3-2866-4B31-81E3-97F9933B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EA4F-1875-43A9-99F6-8D8939D85BE1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Room in boutique hotel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0.2361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0.1826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-0.1219; 0.5941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0.1961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Room in hotel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-0.3436; 0.1732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0.5180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type: infrequent sklearn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-0.0225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-0.2268; 0.1818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0.8289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room type Private room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-0.2246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-0.3789; -0.0702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host is superhost 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0.0278; 0.0618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2.36e-7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host has profile pic 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-0.0570; 0.0717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0.8231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host identity verified 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-0.0357; 0.0908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0.3928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10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0.0179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-0.0538; 0.0165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0.2993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13523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F0A6F051-0F51-45DE-999D-819AA7FC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89–96 из 136">
            <a:extLst xmlns:a="http://schemas.openxmlformats.org/drawingml/2006/main">
              <a:ext uri="{FF2B5EF4-FFF2-40B4-BE49-F238E27FC236}">
                <a16:creationId xmlns:a16="http://schemas.microsoft.com/office/drawing/2014/main" id="{55962CD5-EF29-46D7-B138-21B62D35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89–96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E0AF5B20-0CC5-4D38-A3A3-232CB2C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D9C0FC22-0484-4CF4-BCDE-86D6B98E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49">
            <a:extLst xmlns:a="http://schemas.openxmlformats.org/drawingml/2006/main">
              <a:ext uri="{FF2B5EF4-FFF2-40B4-BE49-F238E27FC236}">
                <a16:creationId xmlns:a16="http://schemas.microsoft.com/office/drawing/2014/main" id="{EF35357D-848A-45C7-9947-F4616C09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5D9C3-E713-4BA8-9AB4-FAC25B4F5D03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11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-0.0491; 0.0186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0.3785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12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0.0173; 0.0863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0.0573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-0.0009; 0.1154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3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-0.0106; 0.0915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4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-0.0372; 0.0880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0.4270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0.1505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0.0795; 0.2215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3.29e-5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6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0.1996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0.1062; 0.2930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2.84e-5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7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0.0017; 0.1907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4158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1B2BFE13-AAAD-4D3C-8634-568FCB9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97–104 из 136">
            <a:extLst xmlns:a="http://schemas.openxmlformats.org/drawingml/2006/main">
              <a:ext uri="{FF2B5EF4-FFF2-40B4-BE49-F238E27FC236}">
                <a16:creationId xmlns:a16="http://schemas.microsoft.com/office/drawing/2014/main" id="{C351F40D-E9D1-42E8-89F0-A2B6E7BA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97–104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D0214739-6BA3-4635-B852-85AA2EA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5BC73657-B58D-42B0-BF46-11C1C01D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50">
            <a:extLst xmlns:a="http://schemas.openxmlformats.org/drawingml/2006/main">
              <a:ext uri="{FF2B5EF4-FFF2-40B4-BE49-F238E27FC236}">
                <a16:creationId xmlns:a16="http://schemas.microsoft.com/office/drawing/2014/main" id="{F27DD241-5889-4743-8400-F9ACC221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7E6D8-1195-4325-978F-CADFA0F17BAC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8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0.1643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0.0738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0.0196; 0.3090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0.0260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month 9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-0.0011; 0.0719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weekday 1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-0.0197; 0.0105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0.5500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weekday 2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-0.0084; 0.0254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0.3247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weekday 3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0.0595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0.0434; 0.0755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3.58e-13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weekday 4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0.1098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0.0931; 0.1265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1.14e-37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weekday 5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0.0740; 0.1065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1.59e-27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quote weekday 6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-0.0396; -0.0143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3.13e-5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46121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3E035015-A8F9-4C3F-92DA-320C03E8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105–112 из 136">
            <a:extLst xmlns:a="http://schemas.openxmlformats.org/drawingml/2006/main">
              <a:ext uri="{FF2B5EF4-FFF2-40B4-BE49-F238E27FC236}">
                <a16:creationId xmlns:a16="http://schemas.microsoft.com/office/drawing/2014/main" id="{2B02E5CA-C128-448E-A472-8EF5D29A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105–112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8B7E0B45-304A-447C-AA81-DE59C3E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3D188E2A-B996-4946-981E-557449C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51">
            <a:extLst xmlns:a="http://schemas.openxmlformats.org/drawingml/2006/main">
              <a:ext uri="{FF2B5EF4-FFF2-40B4-BE49-F238E27FC236}">
                <a16:creationId xmlns:a16="http://schemas.microsoft.com/office/drawing/2014/main" id="{CE417952-AB32-40E1-9698-AACBE66E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71A19-9879-4C0C-A51F-49D133197C18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Barnet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-0.1517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0.0510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-0.2518; -0.0517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0.0029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Bexley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0.0367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-0.0368; 0.1102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0.3277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Brent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-0.1371; 0.0846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0.6423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Bromley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-0.1182; 0.0588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0.5105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Camden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0.0089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-0.0845; 0.1022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0.8523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City of London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0.0853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0.0551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-0.0227; 0.1933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0.1216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Croydon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-0.1108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-0.2167; -0.0050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Ealing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-0.1666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-0.2938; -0.0394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0.0102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1670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7CB1C1B9-36BF-4992-A630-EF11E569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113–120 из 136">
            <a:extLst xmlns:a="http://schemas.openxmlformats.org/drawingml/2006/main">
              <a:ext uri="{FF2B5EF4-FFF2-40B4-BE49-F238E27FC236}">
                <a16:creationId xmlns:a16="http://schemas.microsoft.com/office/drawing/2014/main" id="{F5EA092F-3BFD-4CD9-B267-18B6C127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113–120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2D40F933-AF6F-4C67-A24F-4F578CAE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8D342903-5BB8-435B-9D85-24016855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52">
            <a:extLst xmlns:a="http://schemas.openxmlformats.org/drawingml/2006/main">
              <a:ext uri="{FF2B5EF4-FFF2-40B4-BE49-F238E27FC236}">
                <a16:creationId xmlns:a16="http://schemas.microsoft.com/office/drawing/2014/main" id="{166D6DCC-2C28-4722-8DA6-F59D9346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967A7-A8DB-4318-8BB5-A3BCCFD9DAD3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Enfield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-0.0291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-0.1203; 0.0620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0.5308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Greenwich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0.0379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-0.0310; 0.1175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0.2535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Hackney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0.0417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-0.0769; 0.0865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0.9082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Hammersmith and Fulham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0.0268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0.0548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-0.0806; 0.1342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0.6245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Haringey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-0.0427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-0.1315; 0.0462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0.3466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Harrow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-0.0837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0.0655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-0.2120; 0.0447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0.2012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Havering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0.1811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0.0464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0.0901; 0.2720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9.54e-5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Hillingdon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-0.0657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0.0763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-0.2154; 0.0839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0.3893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76596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65801FE0-F1BB-459E-8381-C552888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121–128 из 136">
            <a:extLst xmlns:a="http://schemas.openxmlformats.org/drawingml/2006/main">
              <a:ext uri="{FF2B5EF4-FFF2-40B4-BE49-F238E27FC236}">
                <a16:creationId xmlns:a16="http://schemas.microsoft.com/office/drawing/2014/main" id="{2AA84A70-AD1D-4A20-9ACA-A18F864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121–128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46FF413B-AB73-4EEF-A961-151B08E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BE3592AC-9B4B-4E0E-8B4F-1E143372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53">
            <a:extLst xmlns:a="http://schemas.openxmlformats.org/drawingml/2006/main">
              <a:ext uri="{FF2B5EF4-FFF2-40B4-BE49-F238E27FC236}">
                <a16:creationId xmlns:a16="http://schemas.microsoft.com/office/drawing/2014/main" id="{1E82FE10-6BEB-467E-9F92-3176EB8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AECFD-A549-4F25-8C44-A9FBBA4A50BA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Hounslow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-0.0840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-0.2068; 0.0388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0.1798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Islington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-0.0829; 0.0952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0.8920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Kensington and Chelsea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0.1924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0.0528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0.0888; 0.2959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2.73e-4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Kingston upon Thames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-0.0603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0.0658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-0.1892; 0.0686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0.3592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Lambeth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-0.1288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0.0482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-0.2233; -0.0342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Lewisham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-0.1126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0.0418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-0.1944; -0.0307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0.0070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Merton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-0.0857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0.0569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-0.1973; 0.0259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Newham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0.0362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-0.0233; 0.1185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0.1883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85783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N · ПОЛНЫЕ КОЭФФИЦИЕНТЫ">
            <a:extLst xmlns:a="http://schemas.openxmlformats.org/drawingml/2006/main">
              <a:ext uri="{FF2B5EF4-FFF2-40B4-BE49-F238E27FC236}">
                <a16:creationId xmlns:a16="http://schemas.microsoft.com/office/drawing/2014/main" id="{07B4BF8D-CF73-4B06-B132-BE894A8C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82"/>
                </a:solidFill>
                <a:latin typeface="Arial"/>
                <a:ea typeface="Arial"/>
                <a:cs typeface="Arial"/>
              </a:rPr>
              <a:t>ПРИЛОЖЕНИЕ N · ПОЛНЫЕ КОЭФФИЦИЕНТЫ</a:t>
            </a:r>
          </a:p>
        </p:txBody>
      </p:sp>
      <p:sp>
        <p:nvSpPr>
          <p:cNvPr id="2" name="OLS train: коэффициенты 129–136 из 136">
            <a:extLst xmlns:a="http://schemas.openxmlformats.org/drawingml/2006/main">
              <a:ext uri="{FF2B5EF4-FFF2-40B4-BE49-F238E27FC236}">
                <a16:creationId xmlns:a16="http://schemas.microsoft.com/office/drawing/2014/main" id="{AB7BFA2E-41EC-4EE6-8324-CBE7A828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7344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442"/>
                </a:solidFill>
                <a:latin typeface="Arial"/>
                <a:ea typeface="Arial"/>
                <a:cs typeface="Arial"/>
              </a:rPr>
              <a:t>OLS train: коэффициенты 129–136 из 136</a:t>
            </a:r>
          </a:p>
        </p:txBody>
      </p:sp>
      <p:sp>
        <p:nvSpPr>
          <p:cNvPr id="3" name="Числовые входы стандартизованы. Focus-термины в исходных единицах">
            <a:extLst xmlns:a="http://schemas.openxmlformats.org/drawingml/2006/main">
              <a:ext uri="{FF2B5EF4-FFF2-40B4-BE49-F238E27FC236}">
                <a16:creationId xmlns:a16="http://schemas.microsoft.com/office/drawing/2014/main" id="{90955E3A-D94C-4C8B-8BAD-81FB14EB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Числовые входы стандартизованы. Focus-термины в исходных единицах — приложение A.</a:t>
            </a:r>
          </a:p>
        </p:txBody>
      </p:sp>
      <p:sp>
        <p:nvSpPr>
          <p:cNvPr id="4" name="Расчёты авторов: Inside Airbnb, London, 2026">
            <a:extLst xmlns:a="http://schemas.openxmlformats.org/drawingml/2006/main">
              <a:ext uri="{FF2B5EF4-FFF2-40B4-BE49-F238E27FC236}">
                <a16:creationId xmlns:a16="http://schemas.microsoft.com/office/drawing/2014/main" id="{06669FA8-011D-459E-984E-D59AADD9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7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2"/>
                </a:solidFill>
                <a:latin typeface="Arial"/>
                <a:ea typeface="Arial"/>
                <a:cs typeface="Arial"/>
              </a:rPr>
              <a:t>Расчёты авторов: Inside Airbnb, London, 2026</a:t>
            </a:r>
          </a:p>
        </p:txBody>
      </p:sp>
      <p:sp>
        <p:nvSpPr>
          <p:cNvPr id="5" name="54">
            <a:extLst xmlns:a="http://schemas.openxmlformats.org/drawingml/2006/main">
              <a:ext uri="{FF2B5EF4-FFF2-40B4-BE49-F238E27FC236}">
                <a16:creationId xmlns:a16="http://schemas.microsoft.com/office/drawing/2014/main" id="{A43347B3-EB90-4EAA-893E-FEAFF76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6B8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6B82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F11B3-BFE9-4353-93FD-AC02780F4481}"/>
              </a:ext>
            </a:extLst>
          </p:cNvPr>
          <p:cNvGraphicFramePr/>
          <p:nvPr/>
        </p:nvGraphicFramePr>
        <p:xfrm>
          <a:off xmlns:a="http://schemas.openxmlformats.org/drawingml/2006/main" x="571500" y="2428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238250"/>
                <a:gridCol w="1238250"/>
                <a:gridCol w="2190750"/>
                <a:gridCol w="1428750"/>
              </a:tblGrid>
              <a:tr h="40216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β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T w="5715">
                      <a:solidFill>
                        <a:srgbClr val="D6E0E4"/>
                      </a:solidFill>
                      <a:prstDash val="solid"/>
                    </a:lnT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176B82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Redbridge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0.0099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0.0436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-0.0757; 0.0954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0.8213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Richmond upon Thames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0.0833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0.0623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-0.0388; 0.2053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0.1811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Southwark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-0.0902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-0.1781; -0.0022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0.0445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Sutton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-0.2154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0.0647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-0.3423; -0.0885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8.78e-4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Tower Hamlets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0.0314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0.0401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-0.0473; 0.1100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0.4342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Waltham Forest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-0.0553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0.0372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-0.1281; 0.0176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0.1372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Wandsworth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-0.0331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0.0526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-0.1362; 0.0699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0.5285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borough: Westminster</a:t>
                      </a:r>
                    </a:p>
                  </a:txBody>
                  <a:tcPr marL="91440" marR="91440" marT="45720" marB="45720">
                    <a:lnL w="5715">
                      <a:solidFill>
                        <a:srgbClr val="D6E0E4"/>
                      </a:solidFill>
                      <a:prstDash val="solid"/>
                    </a:lnL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0.0675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0.0497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-0.0299; 0.1649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442"/>
                          </a:solidFill>
                          <a:latin typeface="Arial"/>
                          <a:ea typeface="Arial"/>
                          <a:cs typeface="Arial"/>
                        </a:rPr>
                        <a:t>0.1742</a:t>
                      </a:r>
                    </a:p>
                  </a:txBody>
                  <a:tcPr marL="91440" marR="91440" marT="45720" marB="45720">
                    <a:lnR w="5715">
                      <a:solidFill>
                        <a:srgbClr val="D6E0E4"/>
                      </a:solidFill>
                      <a:prstDash val="solid"/>
                    </a:lnR>
                    <a:lnB w="5715">
                      <a:solidFill>
                        <a:srgbClr val="D6E0E4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25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2026-10-16T12:31:28.8940000Z</dcterms:created>
  <dcterms:modified xsi:type="dcterms:W3CDTF">2026-10-16T12:31:28.8940000Z</dcterms:modified>
</coreProperties>
</file>